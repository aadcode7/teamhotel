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Caveat"/>
      <p:regular r:id="rId21"/>
      <p:bold r:id="rId22"/>
    </p:embeddedFont>
    <p:embeddedFont>
      <p:font typeface="Caveat Medium"/>
      <p:regular r:id="rId23"/>
      <p:bold r:id="rId24"/>
    </p:embeddedFont>
    <p:embeddedFont>
      <p:font typeface="Roboto Mono"/>
      <p:regular r:id="rId25"/>
      <p:bold r:id="rId26"/>
      <p:italic r:id="rId27"/>
      <p:boldItalic r:id="rId28"/>
    </p:embeddedFont>
    <p:embeddedFont>
      <p:font typeface="Merriweather"/>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gq/1Z8OrcMtGCw+Ib6N+JzxsmH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Caveat-bold.fntdata"/><Relationship Id="rId21" Type="http://schemas.openxmlformats.org/officeDocument/2006/relationships/font" Target="fonts/Caveat-regular.fntdata"/><Relationship Id="rId24" Type="http://schemas.openxmlformats.org/officeDocument/2006/relationships/font" Target="fonts/CaveatMedium-bold.fntdata"/><Relationship Id="rId23" Type="http://schemas.openxmlformats.org/officeDocument/2006/relationships/font" Target="fonts/Caveat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italic.fntdata"/><Relationship Id="rId30" Type="http://schemas.openxmlformats.org/officeDocument/2006/relationships/font" Target="fonts/Merriweather-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Merriweather-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c279becd44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c279becd44_2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c279becd44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c279becd44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279becd4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279becd4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279becd44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279becd44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279becd44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c279becd44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279becd44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c279becd44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c279becd44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c279becd44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 name="Shape 11"/>
        <p:cNvGrpSpPr/>
        <p:nvPr/>
      </p:nvGrpSpPr>
      <p:grpSpPr>
        <a:xfrm>
          <a:off x="0" y="0"/>
          <a:ext cx="0" cy="0"/>
          <a:chOff x="0" y="0"/>
          <a:chExt cx="0" cy="0"/>
        </a:xfrm>
      </p:grpSpPr>
      <p:sp>
        <p:nvSpPr>
          <p:cNvPr id="12" name="Google Shape;12;p9"/>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9"/>
          <p:cNvSpPr txBox="1"/>
          <p:nvPr>
            <p:ph type="title"/>
          </p:nvPr>
        </p:nvSpPr>
        <p:spPr>
          <a:xfrm>
            <a:off x="311725" y="500925"/>
            <a:ext cx="3127500" cy="18291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4" name="Google Shape;14;p9"/>
          <p:cNvSpPr txBox="1"/>
          <p:nvPr>
            <p:ph idx="1" type="body"/>
          </p:nvPr>
        </p:nvSpPr>
        <p:spPr>
          <a:xfrm>
            <a:off x="311700" y="2390650"/>
            <a:ext cx="3127500" cy="2298000"/>
          </a:xfrm>
          <a:prstGeom prst="rect">
            <a:avLst/>
          </a:prstGeom>
          <a:noFill/>
          <a:ln>
            <a:noFill/>
          </a:ln>
        </p:spPr>
        <p:txBody>
          <a:bodyPr anchorCtr="0" anchor="t" bIns="91425" lIns="91425" spcFirstLastPara="1" rIns="91425" wrap="square" tIns="91425">
            <a:normAutofit/>
          </a:bodyPr>
          <a:lstStyle>
            <a:lvl1pPr indent="-311150" lvl="0" marL="457200" rtl="0" algn="l">
              <a:lnSpc>
                <a:spcPct val="115000"/>
              </a:lnSpc>
              <a:spcBef>
                <a:spcPts val="0"/>
              </a:spcBef>
              <a:spcAft>
                <a:spcPts val="0"/>
              </a:spcAft>
              <a:buClr>
                <a:schemeClr val="accent2"/>
              </a:buClr>
              <a:buSzPts val="1300"/>
              <a:buChar char="●"/>
              <a:defRPr>
                <a:solidFill>
                  <a:schemeClr val="accent2"/>
                </a:solidFill>
              </a:defRPr>
            </a:lvl1pPr>
            <a:lvl2pPr indent="-298450" lvl="1" marL="914400" rtl="0" algn="l">
              <a:lnSpc>
                <a:spcPct val="115000"/>
              </a:lnSpc>
              <a:spcBef>
                <a:spcPts val="0"/>
              </a:spcBef>
              <a:spcAft>
                <a:spcPts val="0"/>
              </a:spcAft>
              <a:buClr>
                <a:schemeClr val="accent2"/>
              </a:buClr>
              <a:buSzPts val="1100"/>
              <a:buChar char="○"/>
              <a:defRPr>
                <a:solidFill>
                  <a:schemeClr val="accent2"/>
                </a:solidFill>
              </a:defRPr>
            </a:lvl2pPr>
            <a:lvl3pPr indent="-298450" lvl="2" marL="1371600" rtl="0" algn="l">
              <a:lnSpc>
                <a:spcPct val="115000"/>
              </a:lnSpc>
              <a:spcBef>
                <a:spcPts val="0"/>
              </a:spcBef>
              <a:spcAft>
                <a:spcPts val="0"/>
              </a:spcAft>
              <a:buClr>
                <a:schemeClr val="accent2"/>
              </a:buClr>
              <a:buSzPts val="1100"/>
              <a:buChar char="■"/>
              <a:defRPr>
                <a:solidFill>
                  <a:schemeClr val="accent2"/>
                </a:solidFill>
              </a:defRPr>
            </a:lvl3pPr>
            <a:lvl4pPr indent="-298450" lvl="3" marL="1828800" rtl="0" algn="l">
              <a:lnSpc>
                <a:spcPct val="115000"/>
              </a:lnSpc>
              <a:spcBef>
                <a:spcPts val="0"/>
              </a:spcBef>
              <a:spcAft>
                <a:spcPts val="0"/>
              </a:spcAft>
              <a:buClr>
                <a:schemeClr val="accent2"/>
              </a:buClr>
              <a:buSzPts val="1100"/>
              <a:buChar char="●"/>
              <a:defRPr>
                <a:solidFill>
                  <a:schemeClr val="accent2"/>
                </a:solidFill>
              </a:defRPr>
            </a:lvl4pPr>
            <a:lvl5pPr indent="-298450" lvl="4" marL="2286000" rtl="0" algn="l">
              <a:lnSpc>
                <a:spcPct val="115000"/>
              </a:lnSpc>
              <a:spcBef>
                <a:spcPts val="0"/>
              </a:spcBef>
              <a:spcAft>
                <a:spcPts val="0"/>
              </a:spcAft>
              <a:buClr>
                <a:schemeClr val="accent2"/>
              </a:buClr>
              <a:buSzPts val="1100"/>
              <a:buChar char="○"/>
              <a:defRPr>
                <a:solidFill>
                  <a:schemeClr val="accent2"/>
                </a:solidFill>
              </a:defRPr>
            </a:lvl5pPr>
            <a:lvl6pPr indent="-298450" lvl="5" marL="2743200" rtl="0" algn="l">
              <a:lnSpc>
                <a:spcPct val="115000"/>
              </a:lnSpc>
              <a:spcBef>
                <a:spcPts val="0"/>
              </a:spcBef>
              <a:spcAft>
                <a:spcPts val="0"/>
              </a:spcAft>
              <a:buClr>
                <a:schemeClr val="accent2"/>
              </a:buClr>
              <a:buSzPts val="1100"/>
              <a:buChar char="■"/>
              <a:defRPr>
                <a:solidFill>
                  <a:schemeClr val="accent2"/>
                </a:solidFill>
              </a:defRPr>
            </a:lvl6pPr>
            <a:lvl7pPr indent="-298450" lvl="6" marL="3200400" rtl="0" algn="l">
              <a:lnSpc>
                <a:spcPct val="115000"/>
              </a:lnSpc>
              <a:spcBef>
                <a:spcPts val="0"/>
              </a:spcBef>
              <a:spcAft>
                <a:spcPts val="0"/>
              </a:spcAft>
              <a:buClr>
                <a:schemeClr val="accent2"/>
              </a:buClr>
              <a:buSzPts val="1100"/>
              <a:buChar char="●"/>
              <a:defRPr>
                <a:solidFill>
                  <a:schemeClr val="accent2"/>
                </a:solidFill>
              </a:defRPr>
            </a:lvl7pPr>
            <a:lvl8pPr indent="-298450" lvl="7" marL="3657600" rtl="0" algn="l">
              <a:lnSpc>
                <a:spcPct val="115000"/>
              </a:lnSpc>
              <a:spcBef>
                <a:spcPts val="0"/>
              </a:spcBef>
              <a:spcAft>
                <a:spcPts val="0"/>
              </a:spcAft>
              <a:buClr>
                <a:schemeClr val="accent2"/>
              </a:buClr>
              <a:buSzPts val="1100"/>
              <a:buChar char="○"/>
              <a:defRPr>
                <a:solidFill>
                  <a:schemeClr val="accent2"/>
                </a:solidFill>
              </a:defRPr>
            </a:lvl8pPr>
            <a:lvl9pPr indent="-298450" lvl="8" marL="4114800" rtl="0" algn="l">
              <a:lnSpc>
                <a:spcPct val="115000"/>
              </a:lnSpc>
              <a:spcBef>
                <a:spcPts val="0"/>
              </a:spcBef>
              <a:spcAft>
                <a:spcPts val="0"/>
              </a:spcAft>
              <a:buClr>
                <a:schemeClr val="accent2"/>
              </a:buClr>
              <a:buSzPts val="1100"/>
              <a:buChar char="■"/>
              <a:defRPr>
                <a:solidFill>
                  <a:schemeClr val="accent2"/>
                </a:solidFill>
              </a:defRPr>
            </a:lvl9pPr>
          </a:lstStyle>
          <a:p/>
        </p:txBody>
      </p:sp>
      <p:sp>
        <p:nvSpPr>
          <p:cNvPr id="15" name="Google Shape;1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0"/>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0"/>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19" name="Google Shape;19;p10"/>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0" name="Google Shape;20;p10"/>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21" name="Google Shape;21;p10"/>
          <p:cNvSpPr txBox="1"/>
          <p:nvPr>
            <p:ph idx="1" type="body"/>
          </p:nvPr>
        </p:nvSpPr>
        <p:spPr>
          <a:xfrm>
            <a:off x="4644675" y="500925"/>
            <a:ext cx="4166400" cy="4098600"/>
          </a:xfrm>
          <a:prstGeom prst="rect">
            <a:avLst/>
          </a:prstGeom>
          <a:noFill/>
          <a:ln>
            <a:noFill/>
          </a:ln>
        </p:spPr>
        <p:txBody>
          <a:bodyPr anchorCtr="0" anchor="t" bIns="91425" lIns="91425" spcFirstLastPara="1" rIns="91425" wrap="square" tIns="91425">
            <a:norm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0"/>
              </a:spcBef>
              <a:spcAft>
                <a:spcPts val="0"/>
              </a:spcAft>
              <a:buSzPts val="1100"/>
              <a:buChar char="■"/>
              <a:defRPr/>
            </a:lvl6pPr>
            <a:lvl7pPr indent="-298450" lvl="6" marL="3200400" rtl="0" algn="l">
              <a:lnSpc>
                <a:spcPct val="115000"/>
              </a:lnSpc>
              <a:spcBef>
                <a:spcPts val="0"/>
              </a:spcBef>
              <a:spcAft>
                <a:spcPts val="0"/>
              </a:spcAft>
              <a:buSzPts val="1100"/>
              <a:buChar char="●"/>
              <a:defRPr/>
            </a:lvl7pPr>
            <a:lvl8pPr indent="-298450" lvl="7" marL="3657600" rtl="0" algn="l">
              <a:lnSpc>
                <a:spcPct val="115000"/>
              </a:lnSpc>
              <a:spcBef>
                <a:spcPts val="0"/>
              </a:spcBef>
              <a:spcAft>
                <a:spcPts val="0"/>
              </a:spcAft>
              <a:buSzPts val="1100"/>
              <a:buChar char="○"/>
              <a:defRPr/>
            </a:lvl8pPr>
            <a:lvl9pPr indent="-298450" lvl="8" marL="4114800" rtl="0" algn="l">
              <a:lnSpc>
                <a:spcPct val="115000"/>
              </a:lnSpc>
              <a:spcBef>
                <a:spcPts val="0"/>
              </a:spcBef>
              <a:spcAft>
                <a:spcPts val="0"/>
              </a:spcAft>
              <a:buSzPts val="1100"/>
              <a:buChar char="■"/>
              <a:defRPr/>
            </a:lvl9pPr>
          </a:lstStyle>
          <a:p/>
        </p:txBody>
      </p:sp>
      <p:sp>
        <p:nvSpPr>
          <p:cNvPr id="22" name="Google Shape;2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1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1"/>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26" name="Google Shape;26;p11"/>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0"/>
              </a:spcBef>
              <a:spcAft>
                <a:spcPts val="0"/>
              </a:spcAft>
              <a:buSzPts val="1100"/>
              <a:buChar char="■"/>
              <a:defRPr/>
            </a:lvl6pPr>
            <a:lvl7pPr indent="-298450" lvl="6" marL="3200400" rtl="0" algn="l">
              <a:lnSpc>
                <a:spcPct val="115000"/>
              </a:lnSpc>
              <a:spcBef>
                <a:spcPts val="0"/>
              </a:spcBef>
              <a:spcAft>
                <a:spcPts val="0"/>
              </a:spcAft>
              <a:buSzPts val="1100"/>
              <a:buChar char="●"/>
              <a:defRPr/>
            </a:lvl7pPr>
            <a:lvl8pPr indent="-298450" lvl="7" marL="3657600" rtl="0" algn="l">
              <a:lnSpc>
                <a:spcPct val="115000"/>
              </a:lnSpc>
              <a:spcBef>
                <a:spcPts val="0"/>
              </a:spcBef>
              <a:spcAft>
                <a:spcPts val="0"/>
              </a:spcAft>
              <a:buSzPts val="1100"/>
              <a:buChar char="○"/>
              <a:defRPr/>
            </a:lvl8pPr>
            <a:lvl9pPr indent="-298450" lvl="8" marL="4114800" rtl="0" algn="l">
              <a:lnSpc>
                <a:spcPct val="115000"/>
              </a:lnSpc>
              <a:spcBef>
                <a:spcPts val="0"/>
              </a:spcBef>
              <a:spcAft>
                <a:spcPts val="0"/>
              </a:spcAft>
              <a:buSzPts val="1100"/>
              <a:buChar char="■"/>
              <a:defRPr/>
            </a:lvl9pPr>
          </a:lstStyle>
          <a:p/>
        </p:txBody>
      </p:sp>
      <p:sp>
        <p:nvSpPr>
          <p:cNvPr id="27" name="Google Shape;27;p11"/>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0"/>
              </a:spcBef>
              <a:spcAft>
                <a:spcPts val="0"/>
              </a:spcAft>
              <a:buSzPts val="1100"/>
              <a:buChar char="■"/>
              <a:defRPr/>
            </a:lvl6pPr>
            <a:lvl7pPr indent="-298450" lvl="6" marL="3200400" rtl="0" algn="l">
              <a:lnSpc>
                <a:spcPct val="115000"/>
              </a:lnSpc>
              <a:spcBef>
                <a:spcPts val="0"/>
              </a:spcBef>
              <a:spcAft>
                <a:spcPts val="0"/>
              </a:spcAft>
              <a:buSzPts val="1100"/>
              <a:buChar char="●"/>
              <a:defRPr/>
            </a:lvl7pPr>
            <a:lvl8pPr indent="-298450" lvl="7" marL="3657600" rtl="0" algn="l">
              <a:lnSpc>
                <a:spcPct val="115000"/>
              </a:lnSpc>
              <a:spcBef>
                <a:spcPts val="0"/>
              </a:spcBef>
              <a:spcAft>
                <a:spcPts val="0"/>
              </a:spcAft>
              <a:buSzPts val="1100"/>
              <a:buChar char="○"/>
              <a:defRPr/>
            </a:lvl8pPr>
            <a:lvl9pPr indent="-298450" lvl="8" marL="4114800" rtl="0" algn="l">
              <a:lnSpc>
                <a:spcPct val="115000"/>
              </a:lnSpc>
              <a:spcBef>
                <a:spcPts val="0"/>
              </a:spcBef>
              <a:spcAft>
                <a:spcPts val="0"/>
              </a:spcAft>
              <a:buSzPts val="1100"/>
              <a:buChar char="■"/>
              <a:defRPr/>
            </a:lvl9pPr>
          </a:lstStyle>
          <a:p/>
        </p:txBody>
      </p:sp>
      <p:sp>
        <p:nvSpPr>
          <p:cNvPr id="28" name="Google Shape;2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9" name="Shape 29"/>
        <p:cNvGrpSpPr/>
        <p:nvPr/>
      </p:nvGrpSpPr>
      <p:grpSpPr>
        <a:xfrm>
          <a:off x="0" y="0"/>
          <a:ext cx="0" cy="0"/>
          <a:chOff x="0" y="0"/>
          <a:chExt cx="0" cy="0"/>
        </a:xfrm>
      </p:grpSpPr>
      <p:sp>
        <p:nvSpPr>
          <p:cNvPr id="30" name="Google Shape;30;p1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1" name="Google Shape;31;p12"/>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3600"/>
              <a:buNone/>
              <a:defRPr sz="3600"/>
            </a:lvl2pPr>
            <a:lvl3pPr lvl="2" rtl="0" algn="l">
              <a:lnSpc>
                <a:spcPct val="100000"/>
              </a:lnSpc>
              <a:spcBef>
                <a:spcPts val="0"/>
              </a:spcBef>
              <a:spcAft>
                <a:spcPts val="0"/>
              </a:spcAft>
              <a:buSzPts val="3600"/>
              <a:buNone/>
              <a:defRPr sz="3600"/>
            </a:lvl3pPr>
            <a:lvl4pPr lvl="3" rtl="0" algn="l">
              <a:lnSpc>
                <a:spcPct val="100000"/>
              </a:lnSpc>
              <a:spcBef>
                <a:spcPts val="0"/>
              </a:spcBef>
              <a:spcAft>
                <a:spcPts val="0"/>
              </a:spcAft>
              <a:buSzPts val="3600"/>
              <a:buNone/>
              <a:defRPr sz="3600"/>
            </a:lvl4pPr>
            <a:lvl5pPr lvl="4" rtl="0" algn="l">
              <a:lnSpc>
                <a:spcPct val="100000"/>
              </a:lnSpc>
              <a:spcBef>
                <a:spcPts val="0"/>
              </a:spcBef>
              <a:spcAft>
                <a:spcPts val="0"/>
              </a:spcAft>
              <a:buSzPts val="3600"/>
              <a:buNone/>
              <a:defRPr sz="3600"/>
            </a:lvl5pPr>
            <a:lvl6pPr lvl="5" rtl="0" algn="l">
              <a:lnSpc>
                <a:spcPct val="100000"/>
              </a:lnSpc>
              <a:spcBef>
                <a:spcPts val="0"/>
              </a:spcBef>
              <a:spcAft>
                <a:spcPts val="0"/>
              </a:spcAft>
              <a:buSzPts val="3600"/>
              <a:buNone/>
              <a:defRPr sz="3600"/>
            </a:lvl6pPr>
            <a:lvl7pPr lvl="6" rtl="0" algn="l">
              <a:lnSpc>
                <a:spcPct val="100000"/>
              </a:lnSpc>
              <a:spcBef>
                <a:spcPts val="0"/>
              </a:spcBef>
              <a:spcAft>
                <a:spcPts val="0"/>
              </a:spcAft>
              <a:buSzPts val="3600"/>
              <a:buNone/>
              <a:defRPr sz="3600"/>
            </a:lvl7pPr>
            <a:lvl8pPr lvl="7" rtl="0" algn="l">
              <a:lnSpc>
                <a:spcPct val="100000"/>
              </a:lnSpc>
              <a:spcBef>
                <a:spcPts val="0"/>
              </a:spcBef>
              <a:spcAft>
                <a:spcPts val="0"/>
              </a:spcAft>
              <a:buSzPts val="3600"/>
              <a:buNone/>
              <a:defRPr sz="3600"/>
            </a:lvl8pPr>
            <a:lvl9pPr lvl="8" rtl="0" algn="l">
              <a:lnSpc>
                <a:spcPct val="100000"/>
              </a:lnSpc>
              <a:spcBef>
                <a:spcPts val="0"/>
              </a:spcBef>
              <a:spcAft>
                <a:spcPts val="0"/>
              </a:spcAft>
              <a:buSzPts val="3600"/>
              <a:buNone/>
              <a:defRPr sz="3600"/>
            </a:lvl9pPr>
          </a:lstStyle>
          <a:p/>
        </p:txBody>
      </p:sp>
      <p:sp>
        <p:nvSpPr>
          <p:cNvPr id="32" name="Google Shape;32;p12"/>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2"/>
              </a:buClr>
              <a:buSzPts val="1600"/>
              <a:buNone/>
              <a:defRPr sz="1600">
                <a:solidFill>
                  <a:schemeClr val="lt2"/>
                </a:solidFill>
              </a:defRPr>
            </a:lvl1pPr>
            <a:lvl2pPr lvl="1" rtl="0" algn="l">
              <a:lnSpc>
                <a:spcPct val="100000"/>
              </a:lnSpc>
              <a:spcBef>
                <a:spcPts val="0"/>
              </a:spcBef>
              <a:spcAft>
                <a:spcPts val="0"/>
              </a:spcAft>
              <a:buClr>
                <a:schemeClr val="lt2"/>
              </a:buClr>
              <a:buSzPts val="1600"/>
              <a:buNone/>
              <a:defRPr sz="1600">
                <a:solidFill>
                  <a:schemeClr val="lt2"/>
                </a:solidFill>
              </a:defRPr>
            </a:lvl2pPr>
            <a:lvl3pPr lvl="2" rtl="0" algn="l">
              <a:lnSpc>
                <a:spcPct val="100000"/>
              </a:lnSpc>
              <a:spcBef>
                <a:spcPts val="0"/>
              </a:spcBef>
              <a:spcAft>
                <a:spcPts val="0"/>
              </a:spcAft>
              <a:buClr>
                <a:schemeClr val="lt2"/>
              </a:buClr>
              <a:buSzPts val="1600"/>
              <a:buNone/>
              <a:defRPr sz="1600">
                <a:solidFill>
                  <a:schemeClr val="lt2"/>
                </a:solidFill>
              </a:defRPr>
            </a:lvl3pPr>
            <a:lvl4pPr lvl="3" rtl="0" algn="l">
              <a:lnSpc>
                <a:spcPct val="100000"/>
              </a:lnSpc>
              <a:spcBef>
                <a:spcPts val="0"/>
              </a:spcBef>
              <a:spcAft>
                <a:spcPts val="0"/>
              </a:spcAft>
              <a:buClr>
                <a:schemeClr val="lt2"/>
              </a:buClr>
              <a:buSzPts val="1600"/>
              <a:buNone/>
              <a:defRPr sz="1600">
                <a:solidFill>
                  <a:schemeClr val="lt2"/>
                </a:solidFill>
              </a:defRPr>
            </a:lvl4pPr>
            <a:lvl5pPr lvl="4" rtl="0" algn="l">
              <a:lnSpc>
                <a:spcPct val="100000"/>
              </a:lnSpc>
              <a:spcBef>
                <a:spcPts val="0"/>
              </a:spcBef>
              <a:spcAft>
                <a:spcPts val="0"/>
              </a:spcAft>
              <a:buClr>
                <a:schemeClr val="lt2"/>
              </a:buClr>
              <a:buSzPts val="1600"/>
              <a:buNone/>
              <a:defRPr sz="1600">
                <a:solidFill>
                  <a:schemeClr val="lt2"/>
                </a:solidFill>
              </a:defRPr>
            </a:lvl5pPr>
            <a:lvl6pPr lvl="5" rtl="0" algn="l">
              <a:lnSpc>
                <a:spcPct val="100000"/>
              </a:lnSpc>
              <a:spcBef>
                <a:spcPts val="0"/>
              </a:spcBef>
              <a:spcAft>
                <a:spcPts val="0"/>
              </a:spcAft>
              <a:buClr>
                <a:schemeClr val="lt2"/>
              </a:buClr>
              <a:buSzPts val="1600"/>
              <a:buNone/>
              <a:defRPr sz="1600">
                <a:solidFill>
                  <a:schemeClr val="lt2"/>
                </a:solidFill>
              </a:defRPr>
            </a:lvl6pPr>
            <a:lvl7pPr lvl="6" rtl="0" algn="l">
              <a:lnSpc>
                <a:spcPct val="100000"/>
              </a:lnSpc>
              <a:spcBef>
                <a:spcPts val="0"/>
              </a:spcBef>
              <a:spcAft>
                <a:spcPts val="0"/>
              </a:spcAft>
              <a:buClr>
                <a:schemeClr val="lt2"/>
              </a:buClr>
              <a:buSzPts val="1600"/>
              <a:buNone/>
              <a:defRPr sz="1600">
                <a:solidFill>
                  <a:schemeClr val="lt2"/>
                </a:solidFill>
              </a:defRPr>
            </a:lvl7pPr>
            <a:lvl8pPr lvl="7" rtl="0" algn="l">
              <a:lnSpc>
                <a:spcPct val="100000"/>
              </a:lnSpc>
              <a:spcBef>
                <a:spcPts val="0"/>
              </a:spcBef>
              <a:spcAft>
                <a:spcPts val="0"/>
              </a:spcAft>
              <a:buClr>
                <a:schemeClr val="lt2"/>
              </a:buClr>
              <a:buSzPts val="1600"/>
              <a:buNone/>
              <a:defRPr sz="1600">
                <a:solidFill>
                  <a:schemeClr val="lt2"/>
                </a:solidFill>
              </a:defRPr>
            </a:lvl8pPr>
            <a:lvl9pPr lvl="8" rtl="0" algn="l">
              <a:lnSpc>
                <a:spcPct val="100000"/>
              </a:lnSpc>
              <a:spcBef>
                <a:spcPts val="0"/>
              </a:spcBef>
              <a:spcAft>
                <a:spcPts val="0"/>
              </a:spcAft>
              <a:buClr>
                <a:schemeClr val="lt2"/>
              </a:buClr>
              <a:buSzPts val="1600"/>
              <a:buNone/>
              <a:defRPr sz="1600">
                <a:solidFill>
                  <a:schemeClr val="lt2"/>
                </a:solidFill>
              </a:defRPr>
            </a:lvl9pPr>
          </a:lstStyle>
          <a:p/>
        </p:txBody>
      </p:sp>
      <p:sp>
        <p:nvSpPr>
          <p:cNvPr id="33" name="Google Shape;3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4" name="Shape 34"/>
        <p:cNvGrpSpPr/>
        <p:nvPr/>
      </p:nvGrpSpPr>
      <p:grpSpPr>
        <a:xfrm>
          <a:off x="0" y="0"/>
          <a:ext cx="0" cy="0"/>
          <a:chOff x="0" y="0"/>
          <a:chExt cx="0" cy="0"/>
        </a:xfrm>
      </p:grpSpPr>
      <p:sp>
        <p:nvSpPr>
          <p:cNvPr id="35" name="Google Shape;35;p1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6" name="Google Shape;36;p1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37" name="Google Shape;37;p13"/>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3600"/>
              <a:buNone/>
              <a:defRPr sz="3600"/>
            </a:lvl2pPr>
            <a:lvl3pPr lvl="2" rtl="0" algn="l">
              <a:lnSpc>
                <a:spcPct val="100000"/>
              </a:lnSpc>
              <a:spcBef>
                <a:spcPts val="0"/>
              </a:spcBef>
              <a:spcAft>
                <a:spcPts val="0"/>
              </a:spcAft>
              <a:buSzPts val="3600"/>
              <a:buNone/>
              <a:defRPr sz="3600"/>
            </a:lvl3pPr>
            <a:lvl4pPr lvl="3" rtl="0" algn="l">
              <a:lnSpc>
                <a:spcPct val="100000"/>
              </a:lnSpc>
              <a:spcBef>
                <a:spcPts val="0"/>
              </a:spcBef>
              <a:spcAft>
                <a:spcPts val="0"/>
              </a:spcAft>
              <a:buSzPts val="3600"/>
              <a:buNone/>
              <a:defRPr sz="3600"/>
            </a:lvl4pPr>
            <a:lvl5pPr lvl="4" rtl="0" algn="l">
              <a:lnSpc>
                <a:spcPct val="100000"/>
              </a:lnSpc>
              <a:spcBef>
                <a:spcPts val="0"/>
              </a:spcBef>
              <a:spcAft>
                <a:spcPts val="0"/>
              </a:spcAft>
              <a:buSzPts val="3600"/>
              <a:buNone/>
              <a:defRPr sz="3600"/>
            </a:lvl5pPr>
            <a:lvl6pPr lvl="5" rtl="0" algn="l">
              <a:lnSpc>
                <a:spcPct val="100000"/>
              </a:lnSpc>
              <a:spcBef>
                <a:spcPts val="0"/>
              </a:spcBef>
              <a:spcAft>
                <a:spcPts val="0"/>
              </a:spcAft>
              <a:buSzPts val="3600"/>
              <a:buNone/>
              <a:defRPr sz="3600"/>
            </a:lvl6pPr>
            <a:lvl7pPr lvl="6" rtl="0" algn="l">
              <a:lnSpc>
                <a:spcPct val="100000"/>
              </a:lnSpc>
              <a:spcBef>
                <a:spcPts val="0"/>
              </a:spcBef>
              <a:spcAft>
                <a:spcPts val="0"/>
              </a:spcAft>
              <a:buSzPts val="3600"/>
              <a:buNone/>
              <a:defRPr sz="3600"/>
            </a:lvl7pPr>
            <a:lvl8pPr lvl="7" rtl="0" algn="l">
              <a:lnSpc>
                <a:spcPct val="100000"/>
              </a:lnSpc>
              <a:spcBef>
                <a:spcPts val="0"/>
              </a:spcBef>
              <a:spcAft>
                <a:spcPts val="0"/>
              </a:spcAft>
              <a:buSzPts val="3600"/>
              <a:buNone/>
              <a:defRPr sz="3600"/>
            </a:lvl8pPr>
            <a:lvl9pPr lvl="8" rtl="0" algn="l">
              <a:lnSpc>
                <a:spcPct val="100000"/>
              </a:lnSpc>
              <a:spcBef>
                <a:spcPts val="0"/>
              </a:spcBef>
              <a:spcAft>
                <a:spcPts val="0"/>
              </a:spcAft>
              <a:buSzPts val="3600"/>
              <a:buNone/>
              <a:defRPr sz="3600"/>
            </a:lvl9pPr>
          </a:lstStyle>
          <a:p/>
        </p:txBody>
      </p:sp>
      <p:sp>
        <p:nvSpPr>
          <p:cNvPr id="38" name="Google Shape;3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14"/>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4"/>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42" name="Google Shape;4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3" name="Shape 43"/>
        <p:cNvGrpSpPr/>
        <p:nvPr/>
      </p:nvGrpSpPr>
      <p:grpSpPr>
        <a:xfrm>
          <a:off x="0" y="0"/>
          <a:ext cx="0" cy="0"/>
          <a:chOff x="0" y="0"/>
          <a:chExt cx="0" cy="0"/>
        </a:xfrm>
      </p:grpSpPr>
      <p:sp>
        <p:nvSpPr>
          <p:cNvPr id="44" name="Google Shape;44;p15"/>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3600"/>
              <a:buNone/>
              <a:defRPr sz="3600"/>
            </a:lvl2pPr>
            <a:lvl3pPr lvl="2" rtl="0" algn="l">
              <a:lnSpc>
                <a:spcPct val="100000"/>
              </a:lnSpc>
              <a:spcBef>
                <a:spcPts val="0"/>
              </a:spcBef>
              <a:spcAft>
                <a:spcPts val="0"/>
              </a:spcAft>
              <a:buSzPts val="3600"/>
              <a:buNone/>
              <a:defRPr sz="3600"/>
            </a:lvl3pPr>
            <a:lvl4pPr lvl="3" rtl="0" algn="l">
              <a:lnSpc>
                <a:spcPct val="100000"/>
              </a:lnSpc>
              <a:spcBef>
                <a:spcPts val="0"/>
              </a:spcBef>
              <a:spcAft>
                <a:spcPts val="0"/>
              </a:spcAft>
              <a:buSzPts val="3600"/>
              <a:buNone/>
              <a:defRPr sz="3600"/>
            </a:lvl4pPr>
            <a:lvl5pPr lvl="4" rtl="0" algn="l">
              <a:lnSpc>
                <a:spcPct val="100000"/>
              </a:lnSpc>
              <a:spcBef>
                <a:spcPts val="0"/>
              </a:spcBef>
              <a:spcAft>
                <a:spcPts val="0"/>
              </a:spcAft>
              <a:buSzPts val="3600"/>
              <a:buNone/>
              <a:defRPr sz="3600"/>
            </a:lvl5pPr>
            <a:lvl6pPr lvl="5" rtl="0" algn="l">
              <a:lnSpc>
                <a:spcPct val="100000"/>
              </a:lnSpc>
              <a:spcBef>
                <a:spcPts val="0"/>
              </a:spcBef>
              <a:spcAft>
                <a:spcPts val="0"/>
              </a:spcAft>
              <a:buSzPts val="3600"/>
              <a:buNone/>
              <a:defRPr sz="3600"/>
            </a:lvl6pPr>
            <a:lvl7pPr lvl="6" rtl="0" algn="l">
              <a:lnSpc>
                <a:spcPct val="100000"/>
              </a:lnSpc>
              <a:spcBef>
                <a:spcPts val="0"/>
              </a:spcBef>
              <a:spcAft>
                <a:spcPts val="0"/>
              </a:spcAft>
              <a:buSzPts val="3600"/>
              <a:buNone/>
              <a:defRPr sz="3600"/>
            </a:lvl7pPr>
            <a:lvl8pPr lvl="7" rtl="0" algn="l">
              <a:lnSpc>
                <a:spcPct val="100000"/>
              </a:lnSpc>
              <a:spcBef>
                <a:spcPts val="0"/>
              </a:spcBef>
              <a:spcAft>
                <a:spcPts val="0"/>
              </a:spcAft>
              <a:buSzPts val="3600"/>
              <a:buNone/>
              <a:defRPr sz="3600"/>
            </a:lvl8pPr>
            <a:lvl9pPr lvl="8" rtl="0" algn="l">
              <a:lnSpc>
                <a:spcPct val="100000"/>
              </a:lnSpc>
              <a:spcBef>
                <a:spcPts val="0"/>
              </a:spcBef>
              <a:spcAft>
                <a:spcPts val="0"/>
              </a:spcAft>
              <a:buSzPts val="3600"/>
              <a:buNone/>
              <a:defRPr sz="3600"/>
            </a:lvl9pPr>
          </a:lstStyle>
          <a:p/>
        </p:txBody>
      </p:sp>
      <p:sp>
        <p:nvSpPr>
          <p:cNvPr id="45" name="Google Shape;4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16"/>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6"/>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49" name="Google Shape;49;p16"/>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accent2"/>
              </a:buClr>
              <a:buSzPts val="1600"/>
              <a:buNone/>
              <a:defRPr sz="1600">
                <a:solidFill>
                  <a:schemeClr val="accent2"/>
                </a:solidFill>
              </a:defRPr>
            </a:lvl1pPr>
            <a:lvl2pPr lvl="1" rtl="0" algn="l">
              <a:lnSpc>
                <a:spcPct val="100000"/>
              </a:lnSpc>
              <a:spcBef>
                <a:spcPts val="0"/>
              </a:spcBef>
              <a:spcAft>
                <a:spcPts val="0"/>
              </a:spcAft>
              <a:buClr>
                <a:schemeClr val="accent2"/>
              </a:buClr>
              <a:buSzPts val="1600"/>
              <a:buNone/>
              <a:defRPr sz="1600">
                <a:solidFill>
                  <a:schemeClr val="accent2"/>
                </a:solidFill>
              </a:defRPr>
            </a:lvl2pPr>
            <a:lvl3pPr lvl="2" rtl="0" algn="l">
              <a:lnSpc>
                <a:spcPct val="100000"/>
              </a:lnSpc>
              <a:spcBef>
                <a:spcPts val="0"/>
              </a:spcBef>
              <a:spcAft>
                <a:spcPts val="0"/>
              </a:spcAft>
              <a:buClr>
                <a:schemeClr val="accent2"/>
              </a:buClr>
              <a:buSzPts val="1600"/>
              <a:buNone/>
              <a:defRPr sz="1600">
                <a:solidFill>
                  <a:schemeClr val="accent2"/>
                </a:solidFill>
              </a:defRPr>
            </a:lvl3pPr>
            <a:lvl4pPr lvl="3" rtl="0" algn="l">
              <a:lnSpc>
                <a:spcPct val="100000"/>
              </a:lnSpc>
              <a:spcBef>
                <a:spcPts val="0"/>
              </a:spcBef>
              <a:spcAft>
                <a:spcPts val="0"/>
              </a:spcAft>
              <a:buClr>
                <a:schemeClr val="accent2"/>
              </a:buClr>
              <a:buSzPts val="1600"/>
              <a:buNone/>
              <a:defRPr sz="1600">
                <a:solidFill>
                  <a:schemeClr val="accent2"/>
                </a:solidFill>
              </a:defRPr>
            </a:lvl4pPr>
            <a:lvl5pPr lvl="4" rtl="0" algn="l">
              <a:lnSpc>
                <a:spcPct val="100000"/>
              </a:lnSpc>
              <a:spcBef>
                <a:spcPts val="0"/>
              </a:spcBef>
              <a:spcAft>
                <a:spcPts val="0"/>
              </a:spcAft>
              <a:buClr>
                <a:schemeClr val="accent2"/>
              </a:buClr>
              <a:buSzPts val="1600"/>
              <a:buNone/>
              <a:defRPr sz="1600">
                <a:solidFill>
                  <a:schemeClr val="accent2"/>
                </a:solidFill>
              </a:defRPr>
            </a:lvl5pPr>
            <a:lvl6pPr lvl="5" rtl="0" algn="l">
              <a:lnSpc>
                <a:spcPct val="100000"/>
              </a:lnSpc>
              <a:spcBef>
                <a:spcPts val="0"/>
              </a:spcBef>
              <a:spcAft>
                <a:spcPts val="0"/>
              </a:spcAft>
              <a:buClr>
                <a:schemeClr val="accent2"/>
              </a:buClr>
              <a:buSzPts val="1600"/>
              <a:buNone/>
              <a:defRPr sz="1600">
                <a:solidFill>
                  <a:schemeClr val="accent2"/>
                </a:solidFill>
              </a:defRPr>
            </a:lvl6pPr>
            <a:lvl7pPr lvl="6" rtl="0" algn="l">
              <a:lnSpc>
                <a:spcPct val="100000"/>
              </a:lnSpc>
              <a:spcBef>
                <a:spcPts val="0"/>
              </a:spcBef>
              <a:spcAft>
                <a:spcPts val="0"/>
              </a:spcAft>
              <a:buClr>
                <a:schemeClr val="accent2"/>
              </a:buClr>
              <a:buSzPts val="1600"/>
              <a:buNone/>
              <a:defRPr sz="1600">
                <a:solidFill>
                  <a:schemeClr val="accent2"/>
                </a:solidFill>
              </a:defRPr>
            </a:lvl7pPr>
            <a:lvl8pPr lvl="7" rtl="0" algn="l">
              <a:lnSpc>
                <a:spcPct val="100000"/>
              </a:lnSpc>
              <a:spcBef>
                <a:spcPts val="0"/>
              </a:spcBef>
              <a:spcAft>
                <a:spcPts val="0"/>
              </a:spcAft>
              <a:buClr>
                <a:schemeClr val="accent2"/>
              </a:buClr>
              <a:buSzPts val="1600"/>
              <a:buNone/>
              <a:defRPr sz="1600">
                <a:solidFill>
                  <a:schemeClr val="accent2"/>
                </a:solidFill>
              </a:defRPr>
            </a:lvl8pPr>
            <a:lvl9pPr lvl="8" rtl="0"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50" name="Google Shape;50;p16"/>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rm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0"/>
              </a:spcBef>
              <a:spcAft>
                <a:spcPts val="0"/>
              </a:spcAft>
              <a:buSzPts val="1100"/>
              <a:buChar char="○"/>
              <a:defRPr/>
            </a:lvl2pPr>
            <a:lvl3pPr indent="-298450" lvl="2" marL="1371600" rtl="0" algn="l">
              <a:lnSpc>
                <a:spcPct val="115000"/>
              </a:lnSpc>
              <a:spcBef>
                <a:spcPts val="0"/>
              </a:spcBef>
              <a:spcAft>
                <a:spcPts val="0"/>
              </a:spcAft>
              <a:buSzPts val="1100"/>
              <a:buChar char="■"/>
              <a:defRPr/>
            </a:lvl3pPr>
            <a:lvl4pPr indent="-298450" lvl="3" marL="1828800" rtl="0" algn="l">
              <a:lnSpc>
                <a:spcPct val="115000"/>
              </a:lnSpc>
              <a:spcBef>
                <a:spcPts val="0"/>
              </a:spcBef>
              <a:spcAft>
                <a:spcPts val="0"/>
              </a:spcAft>
              <a:buSzPts val="1100"/>
              <a:buChar char="●"/>
              <a:defRPr/>
            </a:lvl4pPr>
            <a:lvl5pPr indent="-298450" lvl="4" marL="2286000" rtl="0" algn="l">
              <a:lnSpc>
                <a:spcPct val="115000"/>
              </a:lnSpc>
              <a:spcBef>
                <a:spcPts val="0"/>
              </a:spcBef>
              <a:spcAft>
                <a:spcPts val="0"/>
              </a:spcAft>
              <a:buSzPts val="1100"/>
              <a:buChar char="○"/>
              <a:defRPr/>
            </a:lvl5pPr>
            <a:lvl6pPr indent="-298450" lvl="5" marL="2743200" rtl="0" algn="l">
              <a:lnSpc>
                <a:spcPct val="115000"/>
              </a:lnSpc>
              <a:spcBef>
                <a:spcPts val="0"/>
              </a:spcBef>
              <a:spcAft>
                <a:spcPts val="0"/>
              </a:spcAft>
              <a:buSzPts val="1100"/>
              <a:buChar char="■"/>
              <a:defRPr/>
            </a:lvl6pPr>
            <a:lvl7pPr indent="-298450" lvl="6" marL="3200400" rtl="0" algn="l">
              <a:lnSpc>
                <a:spcPct val="115000"/>
              </a:lnSpc>
              <a:spcBef>
                <a:spcPts val="0"/>
              </a:spcBef>
              <a:spcAft>
                <a:spcPts val="0"/>
              </a:spcAft>
              <a:buSzPts val="1100"/>
              <a:buChar char="●"/>
              <a:defRPr/>
            </a:lvl7pPr>
            <a:lvl8pPr indent="-298450" lvl="7" marL="3657600" rtl="0" algn="l">
              <a:lnSpc>
                <a:spcPct val="115000"/>
              </a:lnSpc>
              <a:spcBef>
                <a:spcPts val="0"/>
              </a:spcBef>
              <a:spcAft>
                <a:spcPts val="0"/>
              </a:spcAft>
              <a:buSzPts val="1100"/>
              <a:buChar char="○"/>
              <a:defRPr/>
            </a:lvl8pPr>
            <a:lvl9pPr indent="-298450" lvl="8" marL="4114800" rtl="0" algn="l">
              <a:lnSpc>
                <a:spcPct val="115000"/>
              </a:lnSpc>
              <a:spcBef>
                <a:spcPts val="0"/>
              </a:spcBef>
              <a:spcAft>
                <a:spcPts val="0"/>
              </a:spcAft>
              <a:buSzPts val="1100"/>
              <a:buChar char="■"/>
              <a:defRPr/>
            </a:lvl9pPr>
          </a:lstStyle>
          <a:p/>
        </p:txBody>
      </p:sp>
      <p:sp>
        <p:nvSpPr>
          <p:cNvPr id="51" name="Google Shape;5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7"/>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7"/>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5" name="Google Shape;5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6" name="Shape 56"/>
        <p:cNvGrpSpPr/>
        <p:nvPr/>
      </p:nvGrpSpPr>
      <p:grpSpPr>
        <a:xfrm>
          <a:off x="0" y="0"/>
          <a:ext cx="0" cy="0"/>
          <a:chOff x="0" y="0"/>
          <a:chExt cx="0" cy="0"/>
        </a:xfrm>
      </p:grpSpPr>
      <p:sp>
        <p:nvSpPr>
          <p:cNvPr id="57" name="Google Shape;57;p18"/>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lt1"/>
              </a:buClr>
              <a:buSzPts val="10000"/>
              <a:buNone/>
              <a:defRPr sz="10000">
                <a:solidFill>
                  <a:schemeClr val="lt1"/>
                </a:solidFill>
              </a:defRPr>
            </a:lvl1pPr>
            <a:lvl2pPr lvl="1" rtl="0" algn="l">
              <a:lnSpc>
                <a:spcPct val="100000"/>
              </a:lnSpc>
              <a:spcBef>
                <a:spcPts val="0"/>
              </a:spcBef>
              <a:spcAft>
                <a:spcPts val="0"/>
              </a:spcAft>
              <a:buClr>
                <a:schemeClr val="lt1"/>
              </a:buClr>
              <a:buSzPts val="10000"/>
              <a:buNone/>
              <a:defRPr sz="10000">
                <a:solidFill>
                  <a:schemeClr val="lt1"/>
                </a:solidFill>
              </a:defRPr>
            </a:lvl2pPr>
            <a:lvl3pPr lvl="2" rtl="0" algn="l">
              <a:lnSpc>
                <a:spcPct val="100000"/>
              </a:lnSpc>
              <a:spcBef>
                <a:spcPts val="0"/>
              </a:spcBef>
              <a:spcAft>
                <a:spcPts val="0"/>
              </a:spcAft>
              <a:buClr>
                <a:schemeClr val="lt1"/>
              </a:buClr>
              <a:buSzPts val="10000"/>
              <a:buNone/>
              <a:defRPr sz="10000">
                <a:solidFill>
                  <a:schemeClr val="lt1"/>
                </a:solidFill>
              </a:defRPr>
            </a:lvl3pPr>
            <a:lvl4pPr lvl="3" rtl="0" algn="l">
              <a:lnSpc>
                <a:spcPct val="100000"/>
              </a:lnSpc>
              <a:spcBef>
                <a:spcPts val="0"/>
              </a:spcBef>
              <a:spcAft>
                <a:spcPts val="0"/>
              </a:spcAft>
              <a:buClr>
                <a:schemeClr val="lt1"/>
              </a:buClr>
              <a:buSzPts val="10000"/>
              <a:buNone/>
              <a:defRPr sz="10000">
                <a:solidFill>
                  <a:schemeClr val="lt1"/>
                </a:solidFill>
              </a:defRPr>
            </a:lvl4pPr>
            <a:lvl5pPr lvl="4" rtl="0" algn="l">
              <a:lnSpc>
                <a:spcPct val="100000"/>
              </a:lnSpc>
              <a:spcBef>
                <a:spcPts val="0"/>
              </a:spcBef>
              <a:spcAft>
                <a:spcPts val="0"/>
              </a:spcAft>
              <a:buClr>
                <a:schemeClr val="lt1"/>
              </a:buClr>
              <a:buSzPts val="10000"/>
              <a:buNone/>
              <a:defRPr sz="10000">
                <a:solidFill>
                  <a:schemeClr val="lt1"/>
                </a:solidFill>
              </a:defRPr>
            </a:lvl5pPr>
            <a:lvl6pPr lvl="5" rtl="0" algn="l">
              <a:lnSpc>
                <a:spcPct val="100000"/>
              </a:lnSpc>
              <a:spcBef>
                <a:spcPts val="0"/>
              </a:spcBef>
              <a:spcAft>
                <a:spcPts val="0"/>
              </a:spcAft>
              <a:buClr>
                <a:schemeClr val="lt1"/>
              </a:buClr>
              <a:buSzPts val="10000"/>
              <a:buNone/>
              <a:defRPr sz="10000">
                <a:solidFill>
                  <a:schemeClr val="lt1"/>
                </a:solidFill>
              </a:defRPr>
            </a:lvl6pPr>
            <a:lvl7pPr lvl="6" rtl="0" algn="l">
              <a:lnSpc>
                <a:spcPct val="100000"/>
              </a:lnSpc>
              <a:spcBef>
                <a:spcPts val="0"/>
              </a:spcBef>
              <a:spcAft>
                <a:spcPts val="0"/>
              </a:spcAft>
              <a:buClr>
                <a:schemeClr val="lt1"/>
              </a:buClr>
              <a:buSzPts val="10000"/>
              <a:buNone/>
              <a:defRPr sz="10000">
                <a:solidFill>
                  <a:schemeClr val="lt1"/>
                </a:solidFill>
              </a:defRPr>
            </a:lvl7pPr>
            <a:lvl8pPr lvl="7" rtl="0" algn="l">
              <a:lnSpc>
                <a:spcPct val="100000"/>
              </a:lnSpc>
              <a:spcBef>
                <a:spcPts val="0"/>
              </a:spcBef>
              <a:spcAft>
                <a:spcPts val="0"/>
              </a:spcAft>
              <a:buClr>
                <a:schemeClr val="lt1"/>
              </a:buClr>
              <a:buSzPts val="10000"/>
              <a:buNone/>
              <a:defRPr sz="10000">
                <a:solidFill>
                  <a:schemeClr val="lt1"/>
                </a:solidFill>
              </a:defRPr>
            </a:lvl8pPr>
            <a:lvl9pPr lvl="8" rtl="0"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58" name="Google Shape;58;p18"/>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rmAutofit/>
          </a:bodyPr>
          <a:lstStyle>
            <a:lvl1pPr indent="-311150" lvl="0" marL="457200" rtl="0" algn="l">
              <a:lnSpc>
                <a:spcPct val="115000"/>
              </a:lnSpc>
              <a:spcBef>
                <a:spcPts val="0"/>
              </a:spcBef>
              <a:spcAft>
                <a:spcPts val="0"/>
              </a:spcAft>
              <a:buClr>
                <a:schemeClr val="accent2"/>
              </a:buClr>
              <a:buSzPts val="1300"/>
              <a:buChar char="●"/>
              <a:defRPr>
                <a:solidFill>
                  <a:schemeClr val="accent2"/>
                </a:solidFill>
              </a:defRPr>
            </a:lvl1pPr>
            <a:lvl2pPr indent="-298450" lvl="1" marL="914400" rtl="0" algn="l">
              <a:lnSpc>
                <a:spcPct val="115000"/>
              </a:lnSpc>
              <a:spcBef>
                <a:spcPts val="0"/>
              </a:spcBef>
              <a:spcAft>
                <a:spcPts val="0"/>
              </a:spcAft>
              <a:buClr>
                <a:schemeClr val="accent2"/>
              </a:buClr>
              <a:buSzPts val="1100"/>
              <a:buChar char="○"/>
              <a:defRPr>
                <a:solidFill>
                  <a:schemeClr val="accent2"/>
                </a:solidFill>
              </a:defRPr>
            </a:lvl2pPr>
            <a:lvl3pPr indent="-298450" lvl="2" marL="1371600" rtl="0" algn="l">
              <a:lnSpc>
                <a:spcPct val="115000"/>
              </a:lnSpc>
              <a:spcBef>
                <a:spcPts val="0"/>
              </a:spcBef>
              <a:spcAft>
                <a:spcPts val="0"/>
              </a:spcAft>
              <a:buClr>
                <a:schemeClr val="accent2"/>
              </a:buClr>
              <a:buSzPts val="1100"/>
              <a:buChar char="■"/>
              <a:defRPr>
                <a:solidFill>
                  <a:schemeClr val="accent2"/>
                </a:solidFill>
              </a:defRPr>
            </a:lvl3pPr>
            <a:lvl4pPr indent="-298450" lvl="3" marL="1828800" rtl="0" algn="l">
              <a:lnSpc>
                <a:spcPct val="115000"/>
              </a:lnSpc>
              <a:spcBef>
                <a:spcPts val="0"/>
              </a:spcBef>
              <a:spcAft>
                <a:spcPts val="0"/>
              </a:spcAft>
              <a:buClr>
                <a:schemeClr val="accent2"/>
              </a:buClr>
              <a:buSzPts val="1100"/>
              <a:buChar char="●"/>
              <a:defRPr>
                <a:solidFill>
                  <a:schemeClr val="accent2"/>
                </a:solidFill>
              </a:defRPr>
            </a:lvl4pPr>
            <a:lvl5pPr indent="-298450" lvl="4" marL="2286000" rtl="0" algn="l">
              <a:lnSpc>
                <a:spcPct val="115000"/>
              </a:lnSpc>
              <a:spcBef>
                <a:spcPts val="0"/>
              </a:spcBef>
              <a:spcAft>
                <a:spcPts val="0"/>
              </a:spcAft>
              <a:buClr>
                <a:schemeClr val="accent2"/>
              </a:buClr>
              <a:buSzPts val="1100"/>
              <a:buChar char="○"/>
              <a:defRPr>
                <a:solidFill>
                  <a:schemeClr val="accent2"/>
                </a:solidFill>
              </a:defRPr>
            </a:lvl5pPr>
            <a:lvl6pPr indent="-298450" lvl="5" marL="2743200" rtl="0" algn="l">
              <a:lnSpc>
                <a:spcPct val="115000"/>
              </a:lnSpc>
              <a:spcBef>
                <a:spcPts val="0"/>
              </a:spcBef>
              <a:spcAft>
                <a:spcPts val="0"/>
              </a:spcAft>
              <a:buClr>
                <a:schemeClr val="accent2"/>
              </a:buClr>
              <a:buSzPts val="1100"/>
              <a:buChar char="■"/>
              <a:defRPr>
                <a:solidFill>
                  <a:schemeClr val="accent2"/>
                </a:solidFill>
              </a:defRPr>
            </a:lvl6pPr>
            <a:lvl7pPr indent="-298450" lvl="6" marL="3200400" rtl="0" algn="l">
              <a:lnSpc>
                <a:spcPct val="115000"/>
              </a:lnSpc>
              <a:spcBef>
                <a:spcPts val="0"/>
              </a:spcBef>
              <a:spcAft>
                <a:spcPts val="0"/>
              </a:spcAft>
              <a:buClr>
                <a:schemeClr val="accent2"/>
              </a:buClr>
              <a:buSzPts val="1100"/>
              <a:buChar char="●"/>
              <a:defRPr>
                <a:solidFill>
                  <a:schemeClr val="accent2"/>
                </a:solidFill>
              </a:defRPr>
            </a:lvl7pPr>
            <a:lvl8pPr indent="-298450" lvl="7" marL="3657600" rtl="0" algn="l">
              <a:lnSpc>
                <a:spcPct val="115000"/>
              </a:lnSpc>
              <a:spcBef>
                <a:spcPts val="0"/>
              </a:spcBef>
              <a:spcAft>
                <a:spcPts val="0"/>
              </a:spcAft>
              <a:buClr>
                <a:schemeClr val="accent2"/>
              </a:buClr>
              <a:buSzPts val="1100"/>
              <a:buChar char="○"/>
              <a:defRPr>
                <a:solidFill>
                  <a:schemeClr val="accent2"/>
                </a:solidFill>
              </a:defRPr>
            </a:lvl8pPr>
            <a:lvl9pPr indent="-298450" lvl="8" marL="4114800" rtl="0" algn="l">
              <a:lnSpc>
                <a:spcPct val="115000"/>
              </a:lnSpc>
              <a:spcBef>
                <a:spcPts val="0"/>
              </a:spcBef>
              <a:spcAft>
                <a:spcPts val="0"/>
              </a:spcAft>
              <a:buClr>
                <a:schemeClr val="accent2"/>
              </a:buClr>
              <a:buSzPts val="1100"/>
              <a:buChar char="■"/>
              <a:defRPr>
                <a:solidFill>
                  <a:schemeClr val="accent2"/>
                </a:solidFill>
              </a:defRPr>
            </a:lvl9pPr>
          </a:lstStyle>
          <a:p/>
        </p:txBody>
      </p:sp>
      <p:sp>
        <p:nvSpPr>
          <p:cNvPr id="59" name="Google Shape;5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www.kaggle.com/code/metric/kullback-leibler-divergence/noteboo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
          <p:cNvSpPr txBox="1"/>
          <p:nvPr>
            <p:ph idx="4294967295" type="ctrTitle"/>
          </p:nvPr>
        </p:nvSpPr>
        <p:spPr>
          <a:xfrm>
            <a:off x="311700" y="0"/>
            <a:ext cx="8520600" cy="4975800"/>
          </a:xfrm>
          <a:prstGeom prst="rect">
            <a:avLst/>
          </a:prstGeom>
          <a:noFill/>
          <a:ln>
            <a:noFill/>
          </a:ln>
        </p:spPr>
        <p:txBody>
          <a:bodyPr anchorCtr="0" anchor="t" bIns="91425" lIns="91425" spcFirstLastPara="1" rIns="91425" wrap="square" tIns="91425">
            <a:normAutofit fontScale="90000"/>
          </a:bodyPr>
          <a:lstStyle/>
          <a:p>
            <a:pPr indent="0" lvl="0" marL="0" marR="0" rtl="0" algn="ctr">
              <a:lnSpc>
                <a:spcPct val="122222"/>
              </a:lnSpc>
              <a:spcBef>
                <a:spcPts val="0"/>
              </a:spcBef>
              <a:spcAft>
                <a:spcPts val="0"/>
              </a:spcAft>
              <a:buClr>
                <a:schemeClr val="accent1"/>
              </a:buClr>
              <a:buSzPct val="115226"/>
              <a:buFont typeface="Merriweather"/>
              <a:buNone/>
            </a:pPr>
            <a:r>
              <a:rPr b="1" i="0" lang="en" sz="2700" u="none" cap="none" strike="noStrike">
                <a:solidFill>
                  <a:schemeClr val="lt1"/>
                </a:solidFill>
                <a:latin typeface="Times New Roman"/>
                <a:ea typeface="Times New Roman"/>
                <a:cs typeface="Times New Roman"/>
                <a:sym typeface="Times New Roman"/>
              </a:rPr>
              <a:t>HMS - Harmful Brain Activity Classification</a:t>
            </a:r>
            <a:endParaRPr b="1" i="0" sz="27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sz="1400">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sz="1400">
              <a:solidFill>
                <a:schemeClr val="lt1"/>
              </a:solidFill>
              <a:latin typeface="Times New Roman"/>
              <a:ea typeface="Times New Roman"/>
              <a:cs typeface="Times New Roman"/>
              <a:sym typeface="Times New Roman"/>
            </a:endParaRPr>
          </a:p>
          <a:p>
            <a:pPr indent="0" lvl="0" marL="0" rtl="0" algn="l">
              <a:lnSpc>
                <a:spcPct val="122222"/>
              </a:lnSpc>
              <a:spcBef>
                <a:spcPts val="0"/>
              </a:spcBef>
              <a:spcAft>
                <a:spcPts val="0"/>
              </a:spcAft>
              <a:buClr>
                <a:schemeClr val="accent1"/>
              </a:buClr>
              <a:buSzPct val="222222"/>
              <a:buFont typeface="Merriweather"/>
              <a:buNone/>
            </a:pPr>
            <a:r>
              <a:rPr b="1" lang="en" sz="1400" u="sng">
                <a:solidFill>
                  <a:schemeClr val="lt1"/>
                </a:solidFill>
                <a:latin typeface="Times New Roman"/>
                <a:ea typeface="Times New Roman"/>
                <a:cs typeface="Times New Roman"/>
                <a:sym typeface="Times New Roman"/>
              </a:rPr>
              <a:t>Supervisor :</a:t>
            </a:r>
            <a:endParaRPr b="1" sz="1400" u="sng">
              <a:solidFill>
                <a:schemeClr val="lt1"/>
              </a:solidFill>
              <a:latin typeface="Times New Roman"/>
              <a:ea typeface="Times New Roman"/>
              <a:cs typeface="Times New Roman"/>
              <a:sym typeface="Times New Roman"/>
            </a:endParaRPr>
          </a:p>
          <a:p>
            <a:pPr indent="0" lvl="0" marL="0" rtl="0" algn="l">
              <a:lnSpc>
                <a:spcPct val="122222"/>
              </a:lnSpc>
              <a:spcBef>
                <a:spcPts val="0"/>
              </a:spcBef>
              <a:spcAft>
                <a:spcPts val="0"/>
              </a:spcAft>
              <a:buClr>
                <a:schemeClr val="accent1"/>
              </a:buClr>
              <a:buSzPct val="222222"/>
              <a:buFont typeface="Merriweather"/>
              <a:buNone/>
            </a:pPr>
            <a:r>
              <a:rPr b="1" lang="en" sz="1400" u="sng">
                <a:solidFill>
                  <a:schemeClr val="lt1"/>
                </a:solidFill>
                <a:latin typeface="Times New Roman"/>
                <a:ea typeface="Times New Roman"/>
                <a:cs typeface="Times New Roman"/>
                <a:sym typeface="Times New Roman"/>
              </a:rPr>
              <a:t>Georgios Moulantzikos</a:t>
            </a:r>
            <a:endParaRPr b="1" sz="1400" u="sng">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rPr b="1" i="0" lang="en" sz="1400" u="sng" cap="none" strike="noStrike">
                <a:solidFill>
                  <a:schemeClr val="lt1"/>
                </a:solidFill>
                <a:latin typeface="Times New Roman"/>
                <a:ea typeface="Times New Roman"/>
                <a:cs typeface="Times New Roman"/>
                <a:sym typeface="Times New Roman"/>
              </a:rPr>
              <a:t>Team Members </a:t>
            </a:r>
            <a:r>
              <a:rPr b="1" lang="en" sz="1400" u="sng">
                <a:solidFill>
                  <a:schemeClr val="lt1"/>
                </a:solidFill>
                <a:latin typeface="Times New Roman"/>
                <a:ea typeface="Times New Roman"/>
                <a:cs typeface="Times New Roman"/>
                <a:sym typeface="Times New Roman"/>
              </a:rPr>
              <a:t>:</a:t>
            </a:r>
            <a:endParaRPr b="1" i="0" sz="1400" u="sng"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rPr b="1" i="0" lang="en" sz="1400" u="sng" cap="none" strike="noStrike">
                <a:solidFill>
                  <a:schemeClr val="lt1"/>
                </a:solidFill>
                <a:latin typeface="Times New Roman"/>
                <a:ea typeface="Times New Roman"/>
                <a:cs typeface="Times New Roman"/>
                <a:sym typeface="Times New Roman"/>
              </a:rPr>
              <a:t>Aadit Thanekar, Qiyao Yang, Shaguan Toleugali, Lakshya Tripathi, Xin Quan, Zifan Wei</a:t>
            </a:r>
            <a:endParaRPr b="1" i="0" sz="1400" u="sng"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222222"/>
              <a:buFont typeface="Merriweather"/>
              <a:buNone/>
            </a:pPr>
            <a:r>
              <a:t/>
            </a:r>
            <a:endParaRPr b="1" i="0" sz="14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115226"/>
              <a:buFont typeface="Merriweather"/>
              <a:buNone/>
            </a:pPr>
            <a:r>
              <a:t/>
            </a:r>
            <a:endParaRPr b="1" i="0" sz="27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115226"/>
              <a:buFont typeface="Merriweather"/>
              <a:buNone/>
            </a:pPr>
            <a:r>
              <a:t/>
            </a:r>
            <a:endParaRPr b="1" i="0" sz="2700" u="none" cap="none" strike="noStrike">
              <a:solidFill>
                <a:schemeClr val="lt1"/>
              </a:solidFill>
              <a:latin typeface="Times New Roman"/>
              <a:ea typeface="Times New Roman"/>
              <a:cs typeface="Times New Roman"/>
              <a:sym typeface="Times New Roman"/>
            </a:endParaRPr>
          </a:p>
          <a:p>
            <a:pPr indent="0" lvl="0" marL="0" marR="0" rtl="0" algn="l">
              <a:lnSpc>
                <a:spcPct val="122222"/>
              </a:lnSpc>
              <a:spcBef>
                <a:spcPts val="0"/>
              </a:spcBef>
              <a:spcAft>
                <a:spcPts val="0"/>
              </a:spcAft>
              <a:buClr>
                <a:schemeClr val="accent1"/>
              </a:buClr>
              <a:buSzPct val="115226"/>
              <a:buFont typeface="Merriweather"/>
              <a:buNone/>
            </a:pPr>
            <a:r>
              <a:t/>
            </a:r>
            <a:endParaRPr b="1" i="0" sz="27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accent1"/>
              </a:buClr>
              <a:buSzPct val="111111"/>
              <a:buFont typeface="Merriweather"/>
              <a:buNone/>
            </a:pPr>
            <a:r>
              <a:t/>
            </a:r>
            <a:endParaRPr b="0" i="0" sz="2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c279becd44_2_3"/>
          <p:cNvPicPr preferRelativeResize="0"/>
          <p:nvPr/>
        </p:nvPicPr>
        <p:blipFill>
          <a:blip r:embed="rId3">
            <a:alphaModFix amt="30000"/>
          </a:blip>
          <a:stretch>
            <a:fillRect/>
          </a:stretch>
        </p:blipFill>
        <p:spPr>
          <a:xfrm>
            <a:off x="2871775" y="1588275"/>
            <a:ext cx="3400450" cy="3236100"/>
          </a:xfrm>
          <a:prstGeom prst="rect">
            <a:avLst/>
          </a:prstGeom>
          <a:noFill/>
          <a:ln>
            <a:noFill/>
          </a:ln>
        </p:spPr>
      </p:pic>
      <p:sp>
        <p:nvSpPr>
          <p:cNvPr id="70" name="Google Shape;70;g2c279becd44_2_3"/>
          <p:cNvSpPr txBox="1"/>
          <p:nvPr>
            <p:ph type="title"/>
          </p:nvPr>
        </p:nvSpPr>
        <p:spPr>
          <a:xfrm>
            <a:off x="311700" y="30762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Introduction</a:t>
            </a:r>
            <a:endParaRPr/>
          </a:p>
        </p:txBody>
      </p:sp>
      <p:sp>
        <p:nvSpPr>
          <p:cNvPr id="71" name="Google Shape;71;g2c279becd44_2_3"/>
          <p:cNvSpPr txBox="1"/>
          <p:nvPr>
            <p:ph idx="1" type="body"/>
          </p:nvPr>
        </p:nvSpPr>
        <p:spPr>
          <a:xfrm>
            <a:off x="311700" y="1269075"/>
            <a:ext cx="4260300" cy="38745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45249"/>
              <a:buNone/>
            </a:pPr>
            <a:r>
              <a:rPr b="1" lang="en" sz="2872">
                <a:latin typeface="Caveat"/>
                <a:ea typeface="Caveat"/>
                <a:cs typeface="Caveat"/>
                <a:sym typeface="Caveat"/>
              </a:rPr>
              <a:t>What is this project </a:t>
            </a:r>
            <a:r>
              <a:rPr lang="en" sz="2872">
                <a:latin typeface="Caveat Medium"/>
                <a:ea typeface="Caveat Medium"/>
                <a:cs typeface="Caveat Medium"/>
                <a:sym typeface="Caveat Medium"/>
              </a:rPr>
              <a:t>？</a:t>
            </a:r>
            <a:endParaRPr sz="2872">
              <a:latin typeface="Caveat Medium"/>
              <a:ea typeface="Caveat Medium"/>
              <a:cs typeface="Caveat Medium"/>
              <a:sym typeface="Caveat Medium"/>
            </a:endParaRPr>
          </a:p>
          <a:p>
            <a:pPr indent="-329406" lvl="0" marL="457200" rtl="0" algn="l">
              <a:lnSpc>
                <a:spcPct val="100000"/>
              </a:lnSpc>
              <a:spcBef>
                <a:spcPts val="1200"/>
              </a:spcBef>
              <a:spcAft>
                <a:spcPts val="0"/>
              </a:spcAft>
              <a:buSzPct val="100000"/>
              <a:buChar char="●"/>
            </a:pPr>
            <a:r>
              <a:rPr b="1" lang="en" sz="1716"/>
              <a:t>Project background</a:t>
            </a:r>
            <a:endParaRPr b="1" sz="1716"/>
          </a:p>
          <a:p>
            <a:pPr indent="0" lvl="0" marL="0" rtl="0" algn="l">
              <a:lnSpc>
                <a:spcPct val="100000"/>
              </a:lnSpc>
              <a:spcBef>
                <a:spcPts val="1200"/>
              </a:spcBef>
              <a:spcAft>
                <a:spcPts val="0"/>
              </a:spcAft>
              <a:buNone/>
            </a:pPr>
            <a:r>
              <a:rPr lang="en" sz="1565"/>
              <a:t>Kaggle competition, HMS - Harmful Brain Activity Classification</a:t>
            </a:r>
            <a:endParaRPr sz="1565"/>
          </a:p>
          <a:p>
            <a:pPr indent="-320571" lvl="0" marL="457200" rtl="0" algn="l">
              <a:lnSpc>
                <a:spcPct val="100000"/>
              </a:lnSpc>
              <a:spcBef>
                <a:spcPts val="1200"/>
              </a:spcBef>
              <a:spcAft>
                <a:spcPts val="0"/>
              </a:spcAft>
              <a:buSzPct val="91235"/>
              <a:buChar char="●"/>
            </a:pPr>
            <a:r>
              <a:rPr b="1" lang="en" sz="1716"/>
              <a:t>Goal</a:t>
            </a:r>
            <a:endParaRPr b="1" sz="1565"/>
          </a:p>
          <a:p>
            <a:pPr indent="0" lvl="0" marL="0" rtl="0" algn="l">
              <a:lnSpc>
                <a:spcPct val="100000"/>
              </a:lnSpc>
              <a:spcBef>
                <a:spcPts val="1200"/>
              </a:spcBef>
              <a:spcAft>
                <a:spcPts val="0"/>
              </a:spcAft>
              <a:buNone/>
            </a:pPr>
            <a:r>
              <a:rPr lang="en" sz="1565"/>
              <a:t>Detect and classify seizures and other harmful brain activity using electroencephalographic signals (EEG) from critically ill patients</a:t>
            </a:r>
            <a:endParaRPr sz="1565"/>
          </a:p>
          <a:p>
            <a:pPr indent="-320571" lvl="0" marL="457200" rtl="0" algn="l">
              <a:lnSpc>
                <a:spcPct val="100000"/>
              </a:lnSpc>
              <a:spcBef>
                <a:spcPts val="1200"/>
              </a:spcBef>
              <a:spcAft>
                <a:spcPts val="0"/>
              </a:spcAft>
              <a:buSzPct val="91235"/>
              <a:buChar char="●"/>
            </a:pPr>
            <a:r>
              <a:rPr b="1" lang="en" sz="1716"/>
              <a:t>Challenge</a:t>
            </a:r>
            <a:endParaRPr b="1" sz="1565"/>
          </a:p>
          <a:p>
            <a:pPr indent="0" lvl="0" marL="0" rtl="0" algn="l">
              <a:lnSpc>
                <a:spcPct val="100000"/>
              </a:lnSpc>
              <a:spcBef>
                <a:spcPts val="1200"/>
              </a:spcBef>
              <a:spcAft>
                <a:spcPts val="1200"/>
              </a:spcAft>
              <a:buNone/>
            </a:pPr>
            <a:r>
              <a:rPr lang="en" sz="1565"/>
              <a:t>Currently relies on manual analysis by specialised neurologists, which is time-consuming, expensive, fatigue-prone, reliability issues</a:t>
            </a:r>
            <a:endParaRPr sz="1565"/>
          </a:p>
        </p:txBody>
      </p:sp>
      <p:sp>
        <p:nvSpPr>
          <p:cNvPr id="72" name="Google Shape;72;g2c279becd44_2_3"/>
          <p:cNvSpPr txBox="1"/>
          <p:nvPr>
            <p:ph idx="2" type="body"/>
          </p:nvPr>
        </p:nvSpPr>
        <p:spPr>
          <a:xfrm flipH="1">
            <a:off x="5144100" y="1269075"/>
            <a:ext cx="3999900" cy="38745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SzPts val="1300"/>
              <a:buNone/>
            </a:pPr>
            <a:r>
              <a:rPr b="1" lang="en" sz="2872">
                <a:latin typeface="Caveat"/>
                <a:ea typeface="Caveat"/>
                <a:cs typeface="Caveat"/>
                <a:sym typeface="Caveat"/>
              </a:rPr>
              <a:t>Importance</a:t>
            </a:r>
            <a:r>
              <a:rPr b="1" lang="en" sz="2872">
                <a:latin typeface="Caveat"/>
                <a:ea typeface="Caveat"/>
                <a:cs typeface="Caveat"/>
                <a:sym typeface="Caveat"/>
              </a:rPr>
              <a:t> of </a:t>
            </a:r>
            <a:r>
              <a:rPr b="1" lang="en" sz="2872">
                <a:latin typeface="Caveat"/>
                <a:ea typeface="Caveat"/>
                <a:cs typeface="Caveat"/>
                <a:sym typeface="Caveat"/>
              </a:rPr>
              <a:t>project</a:t>
            </a:r>
            <a:endParaRPr b="1" sz="2872">
              <a:latin typeface="Caveat"/>
              <a:ea typeface="Caveat"/>
              <a:cs typeface="Caveat"/>
              <a:sym typeface="Caveat"/>
            </a:endParaRPr>
          </a:p>
          <a:p>
            <a:pPr indent="-328028" lvl="0" marL="457200" rtl="0" algn="l">
              <a:lnSpc>
                <a:spcPct val="100000"/>
              </a:lnSpc>
              <a:spcBef>
                <a:spcPts val="1200"/>
              </a:spcBef>
              <a:spcAft>
                <a:spcPts val="0"/>
              </a:spcAft>
              <a:buSzPts val="1566"/>
              <a:buChar char="●"/>
            </a:pPr>
            <a:r>
              <a:rPr b="1" lang="en" sz="1565"/>
              <a:t>Seizures and other harmful brain activity can be better identified and classified</a:t>
            </a:r>
            <a:endParaRPr b="1" sz="1565"/>
          </a:p>
          <a:p>
            <a:pPr indent="-328028" lvl="0" marL="457200" rtl="0" algn="l">
              <a:lnSpc>
                <a:spcPct val="100000"/>
              </a:lnSpc>
              <a:spcBef>
                <a:spcPts val="1200"/>
              </a:spcBef>
              <a:spcAft>
                <a:spcPts val="0"/>
              </a:spcAft>
              <a:buSzPts val="1566"/>
              <a:buChar char="●"/>
            </a:pPr>
            <a:r>
              <a:rPr b="1" lang="en" sz="1565"/>
              <a:t>Supporting researchers by developing efficient algorithms</a:t>
            </a:r>
            <a:endParaRPr b="1" sz="1565"/>
          </a:p>
          <a:p>
            <a:pPr indent="0" lvl="0" marL="457200" marR="0" rtl="0" algn="l">
              <a:lnSpc>
                <a:spcPct val="100000"/>
              </a:lnSpc>
              <a:spcBef>
                <a:spcPts val="1200"/>
              </a:spcBef>
              <a:spcAft>
                <a:spcPts val="1200"/>
              </a:spcAft>
              <a:buNone/>
            </a:pPr>
            <a:r>
              <a:t/>
            </a:r>
            <a:endParaRPr sz="1365"/>
          </a:p>
        </p:txBody>
      </p:sp>
      <p:pic>
        <p:nvPicPr>
          <p:cNvPr id="73" name="Google Shape;73;g2c279becd44_2_3"/>
          <p:cNvPicPr preferRelativeResize="0"/>
          <p:nvPr/>
        </p:nvPicPr>
        <p:blipFill>
          <a:blip r:embed="rId4">
            <a:alphaModFix/>
          </a:blip>
          <a:stretch>
            <a:fillRect/>
          </a:stretch>
        </p:blipFill>
        <p:spPr>
          <a:xfrm>
            <a:off x="6557925" y="3483900"/>
            <a:ext cx="2274375" cy="1617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2c279becd44_2_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speech</a:t>
            </a:r>
            <a:endParaRPr/>
          </a:p>
        </p:txBody>
      </p:sp>
      <p:sp>
        <p:nvSpPr>
          <p:cNvPr id="79" name="Google Shape;79;g2c279becd44_2_21"/>
          <p:cNvSpPr txBox="1"/>
          <p:nvPr>
            <p:ph idx="1" type="body"/>
          </p:nvPr>
        </p:nvSpPr>
        <p:spPr>
          <a:xfrm>
            <a:off x="311700" y="1505700"/>
            <a:ext cx="8520600" cy="3076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Hello everyone, I would like to introduce you to a very important project today which is a topic in the Kaggle competition called HMS - Harmful Brain Activity Classification.Our goal is to use EEG signals to detect and classify epileptic seizures and other harmful brain activities. Doctors often rely on EEG to detect these abnormal activities when treating critically ill patients in order to prevent brain damage. There are many challenges with this current project, such as the fact that the process relies heavily on manual analysis by specialised neurologists, which has many drawbacks, such as being time-consuming, expensive, and fatiguing.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importance of this project cannot be overstated. Through our work, we hope to develop automated EEG analysis models, that not only better identify and classify seizures and other harmful brain activity, but also have far-reaching implications for neurocritical care, treatment of patients with epilepsy, and drug development. Physicians, brain researchers, and drug development investigators are our target audience and will benefit from our work. By developing algorithms that accelerate and improve the detection of epilepsy and other brain activities, we support them with fast and accurate treatments and contribute to the advancement of the field of neurology.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145875" y="552400"/>
            <a:ext cx="3829200" cy="11832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Clr>
                <a:srgbClr val="000000"/>
              </a:buClr>
              <a:buSzPts val="2520"/>
              <a:buFont typeface="Arial"/>
              <a:buNone/>
            </a:pPr>
            <a:r>
              <a:rPr lang="en" sz="2320"/>
              <a:t>What is the Dataset - EEG &amp; Spectrograms</a:t>
            </a:r>
            <a:endParaRPr/>
          </a:p>
        </p:txBody>
      </p:sp>
      <p:pic>
        <p:nvPicPr>
          <p:cNvPr id="85" name="Google Shape;85;p5"/>
          <p:cNvPicPr preferRelativeResize="0"/>
          <p:nvPr/>
        </p:nvPicPr>
        <p:blipFill rotWithShape="1">
          <a:blip r:embed="rId3">
            <a:alphaModFix/>
          </a:blip>
          <a:srcRect b="0" l="0" r="0" t="0"/>
          <a:stretch/>
        </p:blipFill>
        <p:spPr>
          <a:xfrm>
            <a:off x="4681400" y="1151025"/>
            <a:ext cx="3913224" cy="3590075"/>
          </a:xfrm>
          <a:prstGeom prst="rect">
            <a:avLst/>
          </a:prstGeom>
          <a:noFill/>
          <a:ln>
            <a:noFill/>
          </a:ln>
        </p:spPr>
      </p:pic>
      <p:sp>
        <p:nvSpPr>
          <p:cNvPr id="86" name="Google Shape;86;p5"/>
          <p:cNvSpPr txBox="1"/>
          <p:nvPr/>
        </p:nvSpPr>
        <p:spPr>
          <a:xfrm>
            <a:off x="100825" y="1553175"/>
            <a:ext cx="4131900" cy="34158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rgbClr val="000000"/>
              </a:buClr>
              <a:buSzPts val="1300"/>
              <a:buFont typeface="Arial"/>
              <a:buNone/>
            </a:pPr>
            <a:r>
              <a:rPr lang="en" sz="1300">
                <a:solidFill>
                  <a:srgbClr val="0D0D0D"/>
                </a:solidFill>
                <a:latin typeface="Roboto"/>
                <a:ea typeface="Roboto"/>
                <a:cs typeface="Roboto"/>
                <a:sym typeface="Roboto"/>
              </a:rPr>
              <a:t>EEG: </a:t>
            </a:r>
            <a:endParaRPr sz="1300">
              <a:solidFill>
                <a:srgbClr val="0D0D0D"/>
              </a:solidFill>
              <a:latin typeface="Roboto"/>
              <a:ea typeface="Roboto"/>
              <a:cs typeface="Roboto"/>
              <a:sym typeface="Roboto"/>
            </a:endParaRPr>
          </a:p>
          <a:p>
            <a:pPr indent="-311150" lvl="0" marL="457200" rtl="0" algn="just">
              <a:lnSpc>
                <a:spcPct val="115000"/>
              </a:lnSpc>
              <a:spcBef>
                <a:spcPts val="1200"/>
              </a:spcBef>
              <a:spcAft>
                <a:spcPts val="0"/>
              </a:spcAft>
              <a:buClr>
                <a:srgbClr val="0D0D0D"/>
              </a:buClr>
              <a:buSzPts val="1300"/>
              <a:buFont typeface="Roboto"/>
              <a:buChar char="❖"/>
            </a:pPr>
            <a:r>
              <a:rPr lang="en" sz="1300">
                <a:solidFill>
                  <a:srgbClr val="0D0D0D"/>
                </a:solidFill>
                <a:latin typeface="Roboto"/>
                <a:ea typeface="Roboto"/>
                <a:cs typeface="Roboto"/>
                <a:sym typeface="Roboto"/>
              </a:rPr>
              <a:t>Recordings the electrical activity in the brain from 20 different electrodes over time.</a:t>
            </a:r>
            <a:endParaRPr sz="1300">
              <a:solidFill>
                <a:srgbClr val="0D0D0D"/>
              </a:solidFill>
              <a:latin typeface="Roboto"/>
              <a:ea typeface="Roboto"/>
              <a:cs typeface="Roboto"/>
              <a:sym typeface="Roboto"/>
            </a:endParaRPr>
          </a:p>
          <a:p>
            <a:pPr indent="-311150" lvl="0" marL="457200" rtl="0" algn="just">
              <a:lnSpc>
                <a:spcPct val="115000"/>
              </a:lnSpc>
              <a:spcBef>
                <a:spcPts val="0"/>
              </a:spcBef>
              <a:spcAft>
                <a:spcPts val="0"/>
              </a:spcAft>
              <a:buClr>
                <a:srgbClr val="0D0D0D"/>
              </a:buClr>
              <a:buSzPts val="1300"/>
              <a:buFont typeface="Roboto"/>
              <a:buChar char="❖"/>
            </a:pPr>
            <a:r>
              <a:rPr lang="en" sz="1300">
                <a:solidFill>
                  <a:srgbClr val="0D0D0D"/>
                </a:solidFill>
                <a:latin typeface="Roboto"/>
                <a:ea typeface="Roboto"/>
                <a:cs typeface="Roboto"/>
                <a:sym typeface="Roboto"/>
              </a:rPr>
              <a:t>A single EEG parquet file contains multiple 50-second EEG time windows.</a:t>
            </a:r>
            <a:endParaRPr sz="1300">
              <a:solidFill>
                <a:srgbClr val="0D0D0D"/>
              </a:solidFill>
              <a:latin typeface="Roboto"/>
              <a:ea typeface="Roboto"/>
              <a:cs typeface="Roboto"/>
              <a:sym typeface="Roboto"/>
            </a:endParaRPr>
          </a:p>
          <a:p>
            <a:pPr indent="0" lvl="0" marL="0" rtl="0" algn="just">
              <a:lnSpc>
                <a:spcPct val="115000"/>
              </a:lnSpc>
              <a:spcBef>
                <a:spcPts val="1200"/>
              </a:spcBef>
              <a:spcAft>
                <a:spcPts val="0"/>
              </a:spcAft>
              <a:buClr>
                <a:srgbClr val="000000"/>
              </a:buClr>
              <a:buSzPts val="1300"/>
              <a:buFont typeface="Arial"/>
              <a:buNone/>
            </a:pPr>
            <a:r>
              <a:rPr lang="en" sz="1300">
                <a:solidFill>
                  <a:srgbClr val="0D0D0D"/>
                </a:solidFill>
                <a:latin typeface="Roboto"/>
                <a:ea typeface="Roboto"/>
                <a:cs typeface="Roboto"/>
                <a:sym typeface="Roboto"/>
              </a:rPr>
              <a:t>Spectrograms:</a:t>
            </a:r>
            <a:endParaRPr sz="1300">
              <a:solidFill>
                <a:srgbClr val="0D0D0D"/>
              </a:solidFill>
              <a:latin typeface="Roboto"/>
              <a:ea typeface="Roboto"/>
              <a:cs typeface="Roboto"/>
              <a:sym typeface="Roboto"/>
            </a:endParaRPr>
          </a:p>
          <a:p>
            <a:pPr indent="-311150" lvl="0" marL="457200" rtl="0" algn="l">
              <a:lnSpc>
                <a:spcPct val="115000"/>
              </a:lnSpc>
              <a:spcBef>
                <a:spcPts val="1200"/>
              </a:spcBef>
              <a:spcAft>
                <a:spcPts val="0"/>
              </a:spcAft>
              <a:buClr>
                <a:srgbClr val="0D0D0D"/>
              </a:buClr>
              <a:buSzPts val="1300"/>
              <a:buFont typeface="Roboto"/>
              <a:buChar char="❖"/>
            </a:pPr>
            <a:r>
              <a:rPr lang="en" sz="1300">
                <a:solidFill>
                  <a:srgbClr val="0D0D0D"/>
                </a:solidFill>
                <a:latin typeface="Roboto"/>
                <a:ea typeface="Roboto"/>
                <a:cs typeface="Roboto"/>
                <a:sym typeface="Roboto"/>
              </a:rPr>
              <a:t>Spectrograms assembled EEG data using exactly 10 minutes  and are a visual analysis tool that shows the frequency spectrum of EEG signals over time.</a:t>
            </a:r>
            <a:endParaRPr sz="1300">
              <a:solidFill>
                <a:srgbClr val="0D0D0D"/>
              </a:solidFill>
              <a:latin typeface="Roboto"/>
              <a:ea typeface="Roboto"/>
              <a:cs typeface="Roboto"/>
              <a:sym typeface="Roboto"/>
            </a:endParaRPr>
          </a:p>
          <a:p>
            <a:pPr indent="-311150" lvl="0" marL="457200" rtl="0" algn="l">
              <a:lnSpc>
                <a:spcPct val="115000"/>
              </a:lnSpc>
              <a:spcBef>
                <a:spcPts val="0"/>
              </a:spcBef>
              <a:spcAft>
                <a:spcPts val="0"/>
              </a:spcAft>
              <a:buClr>
                <a:srgbClr val="0D0D0D"/>
              </a:buClr>
              <a:buSzPts val="1300"/>
              <a:buFont typeface="Roboto"/>
              <a:buChar char="❖"/>
            </a:pPr>
            <a:r>
              <a:rPr lang="en" sz="1300">
                <a:solidFill>
                  <a:srgbClr val="0D0D0D"/>
                </a:solidFill>
                <a:latin typeface="Roboto"/>
                <a:ea typeface="Roboto"/>
                <a:cs typeface="Roboto"/>
                <a:sym typeface="Roboto"/>
              </a:rPr>
              <a:t>Useful for identifying changes in brain activity that may not be as obvious in raw EEG signals.</a:t>
            </a:r>
            <a:endParaRPr sz="1300">
              <a:solidFill>
                <a:srgbClr val="0D0D0D"/>
              </a:solidFill>
              <a:latin typeface="Roboto"/>
              <a:ea typeface="Roboto"/>
              <a:cs typeface="Roboto"/>
              <a:sym typeface="Roboto"/>
            </a:endParaRPr>
          </a:p>
          <a:p>
            <a:pPr indent="0" lvl="0" marL="0" rtl="0" algn="l">
              <a:spcBef>
                <a:spcPts val="0"/>
              </a:spcBef>
              <a:spcAft>
                <a:spcPts val="0"/>
              </a:spcAft>
              <a:buNone/>
            </a:pPr>
            <a:r>
              <a:t/>
            </a:r>
            <a:endParaRPr sz="1300">
              <a:solidFill>
                <a:srgbClr val="0D0D0D"/>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txBox="1"/>
          <p:nvPr>
            <p:ph type="title"/>
          </p:nvPr>
        </p:nvSpPr>
        <p:spPr>
          <a:xfrm>
            <a:off x="311725" y="500925"/>
            <a:ext cx="3817800" cy="12345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28571"/>
              </a:lnSpc>
              <a:spcBef>
                <a:spcPts val="0"/>
              </a:spcBef>
              <a:spcAft>
                <a:spcPts val="0"/>
              </a:spcAft>
              <a:buClr>
                <a:schemeClr val="dk1"/>
              </a:buClr>
              <a:buSzPct val="52380"/>
              <a:buFont typeface="Arial"/>
              <a:buNone/>
            </a:pPr>
            <a:r>
              <a:rPr b="1" lang="en" sz="2100"/>
              <a:t>Understanding Competition Data</a:t>
            </a:r>
            <a:endParaRPr b="1" sz="2100"/>
          </a:p>
          <a:p>
            <a:pPr indent="0" lvl="0" marL="0" rtl="0" algn="ctr">
              <a:lnSpc>
                <a:spcPct val="100000"/>
              </a:lnSpc>
              <a:spcBef>
                <a:spcPts val="0"/>
              </a:spcBef>
              <a:spcAft>
                <a:spcPts val="0"/>
              </a:spcAft>
              <a:buClr>
                <a:schemeClr val="dk1"/>
              </a:buClr>
              <a:buSzPct val="27500"/>
              <a:buFont typeface="Arial"/>
              <a:buNone/>
            </a:pPr>
            <a:r>
              <a:t/>
            </a:r>
            <a:endParaRPr sz="4000"/>
          </a:p>
          <a:p>
            <a:pPr indent="0" lvl="0" marL="0" rtl="0" algn="l">
              <a:lnSpc>
                <a:spcPct val="100000"/>
              </a:lnSpc>
              <a:spcBef>
                <a:spcPts val="0"/>
              </a:spcBef>
              <a:spcAft>
                <a:spcPts val="0"/>
              </a:spcAft>
              <a:buSzPct val="100000"/>
              <a:buNone/>
            </a:pPr>
            <a:r>
              <a:t/>
            </a:r>
            <a:endParaRPr/>
          </a:p>
        </p:txBody>
      </p:sp>
      <p:sp>
        <p:nvSpPr>
          <p:cNvPr id="92" name="Google Shape;92;p4"/>
          <p:cNvSpPr txBox="1"/>
          <p:nvPr>
            <p:ph idx="1" type="body"/>
          </p:nvPr>
        </p:nvSpPr>
        <p:spPr>
          <a:xfrm>
            <a:off x="191125" y="1373800"/>
            <a:ext cx="3938400" cy="3612600"/>
          </a:xfrm>
          <a:prstGeom prst="rect">
            <a:avLst/>
          </a:prstGeom>
          <a:solidFill>
            <a:schemeClr val="lt1"/>
          </a:solidFill>
          <a:ln>
            <a:noFill/>
          </a:ln>
        </p:spPr>
        <p:txBody>
          <a:bodyPr anchorCtr="0" anchor="t" bIns="91425" lIns="91425" spcFirstLastPara="1" rIns="91425" wrap="square" tIns="91425">
            <a:normAutofit fontScale="25000"/>
          </a:bodyPr>
          <a:lstStyle/>
          <a:p>
            <a:pPr indent="-278056" lvl="0" marL="457200" rtl="0" algn="l">
              <a:lnSpc>
                <a:spcPct val="115000"/>
              </a:lnSpc>
              <a:spcBef>
                <a:spcPts val="0"/>
              </a:spcBef>
              <a:spcAft>
                <a:spcPts val="0"/>
              </a:spcAft>
              <a:buClr>
                <a:srgbClr val="3C4043"/>
              </a:buClr>
              <a:buSzPct val="100000"/>
              <a:buChar char="●"/>
            </a:pPr>
            <a:r>
              <a:rPr b="1" lang="en" sz="3115">
                <a:solidFill>
                  <a:srgbClr val="3C4043"/>
                </a:solidFill>
                <a:latin typeface="Roboto Mono"/>
                <a:ea typeface="Roboto Mono"/>
                <a:cs typeface="Roboto Mono"/>
                <a:sym typeface="Roboto Mono"/>
              </a:rPr>
              <a:t>train.csv Overview:</a:t>
            </a:r>
            <a:endParaRPr b="1" sz="3115">
              <a:solidFill>
                <a:srgbClr val="3C4043"/>
              </a:solidFill>
              <a:latin typeface="Roboto Mono"/>
              <a:ea typeface="Roboto Mono"/>
              <a:cs typeface="Roboto Mono"/>
              <a:sym typeface="Roboto Mono"/>
            </a:endParaRPr>
          </a:p>
          <a:p>
            <a:pPr indent="-278056" lvl="0" marL="628650" rtl="0" algn="l">
              <a:lnSpc>
                <a:spcPct val="115000"/>
              </a:lnSpc>
              <a:spcBef>
                <a:spcPts val="0"/>
              </a:spcBef>
              <a:spcAft>
                <a:spcPts val="0"/>
              </a:spcAft>
              <a:buClr>
                <a:srgbClr val="3C4043"/>
              </a:buClr>
              <a:buSzPct val="100000"/>
              <a:buFont typeface="Roboto Mono"/>
              <a:buChar char="●"/>
            </a:pPr>
            <a:r>
              <a:rPr lang="en" sz="3115">
                <a:solidFill>
                  <a:srgbClr val="3C4043"/>
                </a:solidFill>
                <a:latin typeface="Roboto Mono"/>
                <a:ea typeface="Roboto Mono"/>
                <a:cs typeface="Roboto Mono"/>
                <a:sym typeface="Roboto Mono"/>
              </a:rPr>
              <a:t>Contains 106,800 time windows of data.</a:t>
            </a:r>
            <a:endParaRPr sz="3115">
              <a:solidFill>
                <a:srgbClr val="3C4043"/>
              </a:solidFill>
              <a:latin typeface="Roboto Mono"/>
              <a:ea typeface="Roboto Mono"/>
              <a:cs typeface="Roboto Mono"/>
              <a:sym typeface="Roboto Mono"/>
            </a:endParaRPr>
          </a:p>
          <a:p>
            <a:pPr indent="-278056" lvl="0" marL="628650" rtl="0" algn="l">
              <a:lnSpc>
                <a:spcPct val="115000"/>
              </a:lnSpc>
              <a:spcBef>
                <a:spcPts val="0"/>
              </a:spcBef>
              <a:spcAft>
                <a:spcPts val="0"/>
              </a:spcAft>
              <a:buClr>
                <a:srgbClr val="3C4043"/>
              </a:buClr>
              <a:buSzPct val="100000"/>
              <a:buFont typeface="Roboto Mono"/>
              <a:buChar char="●"/>
            </a:pPr>
            <a:r>
              <a:rPr lang="en" sz="3115">
                <a:solidFill>
                  <a:srgbClr val="3C4043"/>
                </a:solidFill>
                <a:latin typeface="Roboto Mono"/>
                <a:ea typeface="Roboto Mono"/>
                <a:cs typeface="Roboto Mono"/>
                <a:sym typeface="Roboto Mono"/>
              </a:rPr>
              <a:t>There are only 17,089 unique EEG IDs and 11,138 unique spectrogram IDs.</a:t>
            </a:r>
            <a:endParaRPr sz="3115">
              <a:solidFill>
                <a:srgbClr val="3C4043"/>
              </a:solidFill>
              <a:latin typeface="Roboto Mono"/>
              <a:ea typeface="Roboto Mono"/>
              <a:cs typeface="Roboto Mono"/>
              <a:sym typeface="Roboto Mono"/>
            </a:endParaRPr>
          </a:p>
          <a:p>
            <a:pPr indent="-278056" lvl="0" marL="628650" rtl="0" algn="l">
              <a:lnSpc>
                <a:spcPct val="115000"/>
              </a:lnSpc>
              <a:spcBef>
                <a:spcPts val="0"/>
              </a:spcBef>
              <a:spcAft>
                <a:spcPts val="0"/>
              </a:spcAft>
              <a:buClr>
                <a:srgbClr val="3C4043"/>
              </a:buClr>
              <a:buSzPct val="100000"/>
              <a:buFont typeface="Roboto Mono"/>
              <a:buChar char="●"/>
            </a:pPr>
            <a:r>
              <a:rPr lang="en" sz="3115">
                <a:solidFill>
                  <a:srgbClr val="3C4043"/>
                </a:solidFill>
                <a:latin typeface="Roboto Mono"/>
                <a:ea typeface="Roboto Mono"/>
                <a:cs typeface="Roboto Mono"/>
                <a:sym typeface="Roboto Mono"/>
              </a:rPr>
              <a:t>The data corresponds to 1,950 unique patients.</a:t>
            </a:r>
            <a:endParaRPr sz="3115">
              <a:solidFill>
                <a:srgbClr val="3C4043"/>
              </a:solidFill>
              <a:latin typeface="Roboto Mono"/>
              <a:ea typeface="Roboto Mono"/>
              <a:cs typeface="Roboto Mono"/>
              <a:sym typeface="Roboto Mono"/>
            </a:endParaRPr>
          </a:p>
          <a:p>
            <a:pPr indent="0" lvl="0" marL="914400" rtl="0" algn="l">
              <a:lnSpc>
                <a:spcPct val="115000"/>
              </a:lnSpc>
              <a:spcBef>
                <a:spcPts val="0"/>
              </a:spcBef>
              <a:spcAft>
                <a:spcPts val="0"/>
              </a:spcAft>
              <a:buNone/>
            </a:pPr>
            <a:r>
              <a:t/>
            </a:r>
            <a:endParaRPr sz="3115">
              <a:solidFill>
                <a:srgbClr val="3C4043"/>
              </a:solidFill>
              <a:latin typeface="Roboto Mono"/>
              <a:ea typeface="Roboto Mono"/>
              <a:cs typeface="Roboto Mono"/>
              <a:sym typeface="Roboto Mono"/>
            </a:endParaRPr>
          </a:p>
          <a:p>
            <a:pPr indent="-278056" lvl="0" marL="457200" rtl="0" algn="l">
              <a:lnSpc>
                <a:spcPct val="115000"/>
              </a:lnSpc>
              <a:spcBef>
                <a:spcPts val="0"/>
              </a:spcBef>
              <a:spcAft>
                <a:spcPts val="0"/>
              </a:spcAft>
              <a:buClr>
                <a:srgbClr val="3C4043"/>
              </a:buClr>
              <a:buSzPct val="100000"/>
              <a:buChar char="●"/>
            </a:pPr>
            <a:r>
              <a:rPr lang="en" sz="3115">
                <a:solidFill>
                  <a:srgbClr val="3C4043"/>
                </a:solidFill>
                <a:latin typeface="Roboto Mono"/>
                <a:ea typeface="Roboto Mono"/>
                <a:cs typeface="Roboto Mono"/>
                <a:sym typeface="Roboto Mono"/>
              </a:rPr>
              <a:t>Each row in train.csv is centered around a specific moment in time for a given patient, with a unique timestamp that splits the EEG and spectrogram windows equally.</a:t>
            </a:r>
            <a:endParaRPr sz="3115">
              <a:solidFill>
                <a:srgbClr val="3C4043"/>
              </a:solidFill>
              <a:latin typeface="Roboto Mono"/>
              <a:ea typeface="Roboto Mono"/>
              <a:cs typeface="Roboto Mono"/>
              <a:sym typeface="Roboto Mono"/>
            </a:endParaRPr>
          </a:p>
          <a:p>
            <a:pPr indent="-278056" lvl="0" marL="628650" rtl="0" algn="l">
              <a:lnSpc>
                <a:spcPct val="115000"/>
              </a:lnSpc>
              <a:spcBef>
                <a:spcPts val="0"/>
              </a:spcBef>
              <a:spcAft>
                <a:spcPts val="0"/>
              </a:spcAft>
              <a:buClr>
                <a:srgbClr val="3C4043"/>
              </a:buClr>
              <a:buSzPct val="100000"/>
              <a:buFont typeface="Roboto Mono"/>
              <a:buChar char="●"/>
            </a:pPr>
            <a:r>
              <a:rPr lang="en" sz="3115">
                <a:solidFill>
                  <a:srgbClr val="3C4043"/>
                </a:solidFill>
                <a:latin typeface="Roboto Mono"/>
                <a:ea typeface="Roboto Mono"/>
                <a:cs typeface="Roboto Mono"/>
                <a:sym typeface="Roboto Mono"/>
              </a:rPr>
              <a:t>Example: A row might have the center timestamp T equal to May 3, 2023, 19:30:06.</a:t>
            </a:r>
            <a:endParaRPr sz="3115">
              <a:solidFill>
                <a:srgbClr val="3C4043"/>
              </a:solidFill>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3115">
              <a:solidFill>
                <a:srgbClr val="3C4043"/>
              </a:solidFill>
              <a:latin typeface="Roboto Mono"/>
              <a:ea typeface="Roboto Mono"/>
              <a:cs typeface="Roboto Mono"/>
              <a:sym typeface="Roboto Mono"/>
            </a:endParaRPr>
          </a:p>
          <a:p>
            <a:pPr indent="-278056" lvl="0" marL="457200" rtl="0" algn="l">
              <a:spcBef>
                <a:spcPts val="0"/>
              </a:spcBef>
              <a:spcAft>
                <a:spcPts val="0"/>
              </a:spcAft>
              <a:buClr>
                <a:srgbClr val="3C4043"/>
              </a:buClr>
              <a:buSzPct val="100000"/>
              <a:buChar char="●"/>
            </a:pPr>
            <a:r>
              <a:rPr b="1" lang="en" sz="3115">
                <a:solidFill>
                  <a:srgbClr val="3C4043"/>
                </a:solidFill>
                <a:latin typeface="Roboto Mono"/>
                <a:ea typeface="Roboto Mono"/>
                <a:cs typeface="Roboto Mono"/>
                <a:sym typeface="Roboto Mono"/>
              </a:rPr>
              <a:t>Time Windows and Prediction Goals:</a:t>
            </a:r>
            <a:endParaRPr sz="3115">
              <a:solidFill>
                <a:srgbClr val="3C4043"/>
              </a:solidFill>
              <a:latin typeface="Roboto Mono"/>
              <a:ea typeface="Roboto Mono"/>
              <a:cs typeface="Roboto Mono"/>
              <a:sym typeface="Roboto Mono"/>
            </a:endParaRPr>
          </a:p>
          <a:p>
            <a:pPr indent="-278056" lvl="0" marL="628650" rtl="0" algn="l">
              <a:spcBef>
                <a:spcPts val="0"/>
              </a:spcBef>
              <a:spcAft>
                <a:spcPts val="0"/>
              </a:spcAft>
              <a:buClr>
                <a:srgbClr val="3C4043"/>
              </a:buClr>
              <a:buSzPct val="100000"/>
              <a:buChar char="●"/>
            </a:pPr>
            <a:r>
              <a:rPr b="1" lang="en" sz="3115">
                <a:solidFill>
                  <a:srgbClr val="3C4043"/>
                </a:solidFill>
                <a:latin typeface="Roboto Mono"/>
                <a:ea typeface="Roboto Mono"/>
                <a:cs typeface="Roboto Mono"/>
                <a:sym typeface="Roboto Mono"/>
              </a:rPr>
              <a:t>EEG Time Window:</a:t>
            </a:r>
            <a:endParaRPr b="1" sz="3115">
              <a:solidFill>
                <a:srgbClr val="3C4043"/>
              </a:solidFill>
              <a:latin typeface="Roboto Mono"/>
              <a:ea typeface="Roboto Mono"/>
              <a:cs typeface="Roboto Mono"/>
              <a:sym typeface="Roboto Mono"/>
            </a:endParaRPr>
          </a:p>
          <a:p>
            <a:pPr indent="-278056" lvl="0" marL="857250" rtl="0" algn="l">
              <a:spcBef>
                <a:spcPts val="0"/>
              </a:spcBef>
              <a:spcAft>
                <a:spcPts val="0"/>
              </a:spcAft>
              <a:buClr>
                <a:srgbClr val="3C4043"/>
              </a:buClr>
              <a:buSzPct val="100000"/>
              <a:buChar char="●"/>
            </a:pPr>
            <a:r>
              <a:rPr lang="en" sz="3115">
                <a:solidFill>
                  <a:srgbClr val="3C4043"/>
                </a:solidFill>
                <a:latin typeface="Roboto Mono"/>
                <a:ea typeface="Roboto Mono"/>
                <a:cs typeface="Roboto Mono"/>
                <a:sym typeface="Roboto Mono"/>
              </a:rPr>
              <a:t>A 50-second window centered around the timestamp T, i.e., from [T-25 seconds] to [T+25 seconds].</a:t>
            </a:r>
            <a:endParaRPr sz="3115">
              <a:solidFill>
                <a:srgbClr val="3C4043"/>
              </a:solidFill>
              <a:latin typeface="Roboto Mono"/>
              <a:ea typeface="Roboto Mono"/>
              <a:cs typeface="Roboto Mono"/>
              <a:sym typeface="Roboto Mono"/>
            </a:endParaRPr>
          </a:p>
          <a:p>
            <a:pPr indent="-278056" lvl="0" marL="628650" rtl="0" algn="l">
              <a:spcBef>
                <a:spcPts val="0"/>
              </a:spcBef>
              <a:spcAft>
                <a:spcPts val="0"/>
              </a:spcAft>
              <a:buClr>
                <a:srgbClr val="3C4043"/>
              </a:buClr>
              <a:buSzPct val="100000"/>
              <a:buChar char="●"/>
            </a:pPr>
            <a:r>
              <a:rPr b="1" lang="en" sz="3115">
                <a:solidFill>
                  <a:srgbClr val="3C4043"/>
                </a:solidFill>
                <a:latin typeface="Roboto Mono"/>
                <a:ea typeface="Roboto Mono"/>
                <a:cs typeface="Roboto Mono"/>
                <a:sym typeface="Roboto Mono"/>
              </a:rPr>
              <a:t>Spectrogram Time Window:</a:t>
            </a:r>
            <a:endParaRPr sz="3115">
              <a:solidFill>
                <a:srgbClr val="3C4043"/>
              </a:solidFill>
              <a:latin typeface="Roboto Mono"/>
              <a:ea typeface="Roboto Mono"/>
              <a:cs typeface="Roboto Mono"/>
              <a:sym typeface="Roboto Mono"/>
            </a:endParaRPr>
          </a:p>
          <a:p>
            <a:pPr indent="-278056" lvl="0" marL="857250" rtl="0" algn="l">
              <a:spcBef>
                <a:spcPts val="0"/>
              </a:spcBef>
              <a:spcAft>
                <a:spcPts val="0"/>
              </a:spcAft>
              <a:buClr>
                <a:srgbClr val="3C4043"/>
              </a:buClr>
              <a:buSzPct val="100000"/>
              <a:buChar char="●"/>
            </a:pPr>
            <a:r>
              <a:rPr lang="en" sz="3115">
                <a:solidFill>
                  <a:srgbClr val="3C4043"/>
                </a:solidFill>
                <a:latin typeface="Roboto Mono"/>
                <a:ea typeface="Roboto Mono"/>
                <a:cs typeface="Roboto Mono"/>
                <a:sym typeface="Roboto Mono"/>
              </a:rPr>
              <a:t>A 600-second window centered around the timestamp T, i.e., from [T-300 seconds] to [T+300 seconds].</a:t>
            </a:r>
            <a:endParaRPr sz="3115">
              <a:solidFill>
                <a:srgbClr val="3C4043"/>
              </a:solidFill>
              <a:latin typeface="Roboto Mono"/>
              <a:ea typeface="Roboto Mono"/>
              <a:cs typeface="Roboto Mono"/>
              <a:sym typeface="Roboto Mono"/>
            </a:endParaRPr>
          </a:p>
          <a:p>
            <a:pPr indent="0" lvl="0" marL="457200" rtl="0" algn="l">
              <a:spcBef>
                <a:spcPts val="0"/>
              </a:spcBef>
              <a:spcAft>
                <a:spcPts val="0"/>
              </a:spcAft>
              <a:buNone/>
            </a:pPr>
            <a:r>
              <a:t/>
            </a:r>
            <a:endParaRPr sz="3115">
              <a:solidFill>
                <a:srgbClr val="3C4043"/>
              </a:solidFill>
              <a:latin typeface="Roboto Mono"/>
              <a:ea typeface="Roboto Mono"/>
              <a:cs typeface="Roboto Mono"/>
              <a:sym typeface="Roboto Mono"/>
            </a:endParaRPr>
          </a:p>
          <a:p>
            <a:pPr indent="-278056" lvl="0" marL="457200" rtl="0" algn="l">
              <a:spcBef>
                <a:spcPts val="0"/>
              </a:spcBef>
              <a:spcAft>
                <a:spcPts val="0"/>
              </a:spcAft>
              <a:buClr>
                <a:srgbClr val="3C4043"/>
              </a:buClr>
              <a:buSzPct val="100000"/>
              <a:buChar char="●"/>
            </a:pPr>
            <a:r>
              <a:rPr b="1" lang="en" sz="3115">
                <a:solidFill>
                  <a:srgbClr val="3C4043"/>
                </a:solidFill>
                <a:latin typeface="Roboto Mono"/>
                <a:ea typeface="Roboto Mono"/>
                <a:cs typeface="Roboto Mono"/>
                <a:sym typeface="Roboto Mono"/>
              </a:rPr>
              <a:t>Prediction Target:</a:t>
            </a:r>
            <a:endParaRPr sz="3115">
              <a:solidFill>
                <a:srgbClr val="3C4043"/>
              </a:solidFill>
              <a:latin typeface="Roboto Mono"/>
              <a:ea typeface="Roboto Mono"/>
              <a:cs typeface="Roboto Mono"/>
              <a:sym typeface="Roboto Mono"/>
            </a:endParaRPr>
          </a:p>
          <a:p>
            <a:pPr indent="-278056" lvl="0" marL="857250" rtl="0" algn="l">
              <a:spcBef>
                <a:spcPts val="0"/>
              </a:spcBef>
              <a:spcAft>
                <a:spcPts val="0"/>
              </a:spcAft>
              <a:buClr>
                <a:srgbClr val="3C4043"/>
              </a:buClr>
              <a:buSzPct val="100000"/>
              <a:buChar char="●"/>
            </a:pPr>
            <a:r>
              <a:rPr lang="en" sz="3115">
                <a:solidFill>
                  <a:srgbClr val="3C4043"/>
                </a:solidFill>
                <a:latin typeface="Roboto Mono"/>
                <a:ea typeface="Roboto Mono"/>
                <a:cs typeface="Roboto Mono"/>
                <a:sym typeface="Roboto Mono"/>
              </a:rPr>
              <a:t>The event to be predicted occurs within a critical 10-second window around the timestamp T, specifically from [T-5 seconds] to [T+5 seconds]</a:t>
            </a:r>
            <a:endParaRPr sz="1050">
              <a:solidFill>
                <a:srgbClr val="3C4043"/>
              </a:solidFill>
            </a:endParaRPr>
          </a:p>
        </p:txBody>
      </p:sp>
      <p:pic>
        <p:nvPicPr>
          <p:cNvPr id="93" name="Google Shape;93;p4"/>
          <p:cNvPicPr preferRelativeResize="0"/>
          <p:nvPr/>
        </p:nvPicPr>
        <p:blipFill rotWithShape="1">
          <a:blip r:embed="rId3">
            <a:alphaModFix/>
          </a:blip>
          <a:srcRect b="0" l="0" r="0" t="0"/>
          <a:stretch/>
        </p:blipFill>
        <p:spPr>
          <a:xfrm>
            <a:off x="4449050" y="1571575"/>
            <a:ext cx="4584499" cy="3164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c279becd44_1_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1600"/>
              <a:t>What model is suitable for this competition?</a:t>
            </a:r>
            <a:endParaRPr sz="1600"/>
          </a:p>
        </p:txBody>
      </p:sp>
      <p:pic>
        <p:nvPicPr>
          <p:cNvPr id="99" name="Google Shape;99;g2c279becd44_1_0"/>
          <p:cNvPicPr preferRelativeResize="0"/>
          <p:nvPr/>
        </p:nvPicPr>
        <p:blipFill>
          <a:blip r:embed="rId3">
            <a:alphaModFix/>
          </a:blip>
          <a:stretch>
            <a:fillRect/>
          </a:stretch>
        </p:blipFill>
        <p:spPr>
          <a:xfrm>
            <a:off x="297653" y="0"/>
            <a:ext cx="8548685" cy="4382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2c279becd44_1_68"/>
          <p:cNvSpPr txBox="1"/>
          <p:nvPr>
            <p:ph type="title"/>
          </p:nvPr>
        </p:nvSpPr>
        <p:spPr>
          <a:xfrm>
            <a:off x="0" y="0"/>
            <a:ext cx="96840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EfficientNet</a:t>
            </a:r>
            <a:r>
              <a:rPr lang="en"/>
              <a:t>-</a:t>
            </a:r>
            <a:r>
              <a:rPr lang="en" sz="1700"/>
              <a:t> </a:t>
            </a:r>
            <a:r>
              <a:rPr lang="en" sz="2000"/>
              <a:t>Balancing network depth, width and resolution</a:t>
            </a:r>
            <a:endParaRPr sz="2000"/>
          </a:p>
        </p:txBody>
      </p:sp>
      <p:pic>
        <p:nvPicPr>
          <p:cNvPr id="105" name="Google Shape;105;g2c279becd44_1_68"/>
          <p:cNvPicPr preferRelativeResize="0"/>
          <p:nvPr/>
        </p:nvPicPr>
        <p:blipFill>
          <a:blip r:embed="rId3">
            <a:alphaModFix/>
          </a:blip>
          <a:stretch>
            <a:fillRect/>
          </a:stretch>
        </p:blipFill>
        <p:spPr>
          <a:xfrm>
            <a:off x="78225" y="989700"/>
            <a:ext cx="4493785" cy="3556199"/>
          </a:xfrm>
          <a:prstGeom prst="rect">
            <a:avLst/>
          </a:prstGeom>
          <a:noFill/>
          <a:ln>
            <a:noFill/>
          </a:ln>
        </p:spPr>
      </p:pic>
      <p:sp>
        <p:nvSpPr>
          <p:cNvPr id="106" name="Google Shape;106;g2c279becd44_1_68"/>
          <p:cNvSpPr txBox="1"/>
          <p:nvPr/>
        </p:nvSpPr>
        <p:spPr>
          <a:xfrm>
            <a:off x="4815100" y="1282500"/>
            <a:ext cx="4177200" cy="3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300" u="sng">
                <a:solidFill>
                  <a:schemeClr val="dk2"/>
                </a:solidFill>
                <a:latin typeface="Roboto"/>
                <a:ea typeface="Roboto"/>
                <a:cs typeface="Roboto"/>
                <a:sym typeface="Roboto"/>
              </a:rPr>
              <a:t>EfficientNet</a:t>
            </a:r>
            <a:r>
              <a:rPr lang="en" sz="1300">
                <a:solidFill>
                  <a:schemeClr val="dk2"/>
                </a:solidFill>
                <a:latin typeface="Roboto"/>
                <a:ea typeface="Roboto"/>
                <a:cs typeface="Roboto"/>
                <a:sym typeface="Roboto"/>
              </a:rPr>
              <a:t> represents a significant breakthrough in image recognition, innovatively scaling convolutional networks to achieve higher accuracy with efficient use of computational resources. </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The central challenge was </a:t>
            </a:r>
            <a:r>
              <a:rPr b="1" lang="en" sz="1300">
                <a:solidFill>
                  <a:schemeClr val="dk2"/>
                </a:solidFill>
                <a:latin typeface="Roboto"/>
                <a:ea typeface="Roboto"/>
                <a:cs typeface="Roboto"/>
                <a:sym typeface="Roboto"/>
              </a:rPr>
              <a:t>balancing</a:t>
            </a:r>
            <a:r>
              <a:rPr lang="en" sz="1300">
                <a:solidFill>
                  <a:schemeClr val="dk2"/>
                </a:solidFill>
                <a:latin typeface="Roboto"/>
                <a:ea typeface="Roboto"/>
                <a:cs typeface="Roboto"/>
                <a:sym typeface="Roboto"/>
              </a:rPr>
              <a:t> </a:t>
            </a:r>
            <a:r>
              <a:rPr b="1" i="1" lang="en" sz="1300" u="sng">
                <a:solidFill>
                  <a:schemeClr val="dk2"/>
                </a:solidFill>
                <a:latin typeface="Roboto"/>
                <a:ea typeface="Roboto"/>
                <a:cs typeface="Roboto"/>
                <a:sym typeface="Roboto"/>
              </a:rPr>
              <a:t>resolution</a:t>
            </a:r>
            <a:r>
              <a:rPr lang="en" sz="1300">
                <a:solidFill>
                  <a:schemeClr val="dk2"/>
                </a:solidFill>
                <a:latin typeface="Roboto"/>
                <a:ea typeface="Roboto"/>
                <a:cs typeface="Roboto"/>
                <a:sym typeface="Roboto"/>
              </a:rPr>
              <a:t>, </a:t>
            </a:r>
            <a:r>
              <a:rPr b="1" i="1" lang="en" sz="1300" u="sng">
                <a:solidFill>
                  <a:schemeClr val="dk2"/>
                </a:solidFill>
                <a:latin typeface="Roboto"/>
                <a:ea typeface="Roboto"/>
                <a:cs typeface="Roboto"/>
                <a:sym typeface="Roboto"/>
              </a:rPr>
              <a:t>depth</a:t>
            </a:r>
            <a:r>
              <a:rPr lang="en" sz="1300">
                <a:solidFill>
                  <a:schemeClr val="dk2"/>
                </a:solidFill>
                <a:latin typeface="Roboto"/>
                <a:ea typeface="Roboto"/>
                <a:cs typeface="Roboto"/>
                <a:sym typeface="Roboto"/>
              </a:rPr>
              <a:t>, and </a:t>
            </a:r>
            <a:r>
              <a:rPr b="1" i="1" lang="en" sz="1300" u="sng">
                <a:solidFill>
                  <a:schemeClr val="dk2"/>
                </a:solidFill>
                <a:latin typeface="Roboto"/>
                <a:ea typeface="Roboto"/>
                <a:cs typeface="Roboto"/>
                <a:sym typeface="Roboto"/>
              </a:rPr>
              <a:t>width</a:t>
            </a:r>
            <a:r>
              <a:rPr lang="en" sz="1300">
                <a:solidFill>
                  <a:schemeClr val="dk2"/>
                </a:solidFill>
                <a:latin typeface="Roboto"/>
                <a:ea typeface="Roboto"/>
                <a:cs typeface="Roboto"/>
                <a:sym typeface="Roboto"/>
              </a:rPr>
              <a:t> to optimize the network for both efficiency and performance.</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By employing a compound scaling method—</a:t>
            </a:r>
            <a:r>
              <a:rPr i="1" lang="en" sz="1300" u="sng">
                <a:solidFill>
                  <a:schemeClr val="dk2"/>
                </a:solidFill>
                <a:latin typeface="Roboto"/>
                <a:ea typeface="Roboto"/>
                <a:cs typeface="Roboto"/>
                <a:sym typeface="Roboto"/>
              </a:rPr>
              <a:t>adjusting all three dimensions</a:t>
            </a:r>
            <a:r>
              <a:rPr lang="en" sz="1300">
                <a:solidFill>
                  <a:schemeClr val="dk2"/>
                </a:solidFill>
                <a:latin typeface="Roboto"/>
                <a:ea typeface="Roboto"/>
                <a:cs typeface="Roboto"/>
                <a:sym typeface="Roboto"/>
              </a:rPr>
              <a:t> simultaneously—EfficientNet substantially improves model </a:t>
            </a:r>
            <a:r>
              <a:rPr i="1" lang="en" sz="1300" u="sng">
                <a:solidFill>
                  <a:schemeClr val="dk2"/>
                </a:solidFill>
                <a:latin typeface="Roboto"/>
                <a:ea typeface="Roboto"/>
                <a:cs typeface="Roboto"/>
                <a:sym typeface="Roboto"/>
              </a:rPr>
              <a:t>accuracy </a:t>
            </a:r>
            <a:r>
              <a:rPr lang="en" sz="1300">
                <a:solidFill>
                  <a:schemeClr val="dk2"/>
                </a:solidFill>
                <a:latin typeface="Roboto"/>
                <a:ea typeface="Roboto"/>
                <a:cs typeface="Roboto"/>
                <a:sym typeface="Roboto"/>
              </a:rPr>
              <a:t>while maintaining </a:t>
            </a:r>
            <a:r>
              <a:rPr i="1" lang="en" sz="1300" u="sng">
                <a:solidFill>
                  <a:schemeClr val="dk2"/>
                </a:solidFill>
                <a:latin typeface="Roboto"/>
                <a:ea typeface="Roboto"/>
                <a:cs typeface="Roboto"/>
                <a:sym typeface="Roboto"/>
              </a:rPr>
              <a:t>efficiency</a:t>
            </a:r>
            <a:r>
              <a:rPr lang="en" sz="1300">
                <a:solidFill>
                  <a:schemeClr val="dk2"/>
                </a:solidFill>
                <a:latin typeface="Roboto"/>
                <a:ea typeface="Roboto"/>
                <a:cs typeface="Roboto"/>
                <a:sym typeface="Roboto"/>
              </a:rPr>
              <a:t>.</a:t>
            </a:r>
            <a:endParaRPr sz="13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2c279becd44_1_78"/>
          <p:cNvSpPr txBox="1"/>
          <p:nvPr>
            <p:ph type="title"/>
          </p:nvPr>
        </p:nvSpPr>
        <p:spPr>
          <a:xfrm>
            <a:off x="0" y="0"/>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Why </a:t>
            </a:r>
            <a:r>
              <a:rPr lang="en" sz="3200"/>
              <a:t>EfficientNet?</a:t>
            </a:r>
            <a:endParaRPr sz="4500">
              <a:solidFill>
                <a:schemeClr val="dk1"/>
              </a:solidFill>
            </a:endParaRPr>
          </a:p>
        </p:txBody>
      </p:sp>
      <p:sp>
        <p:nvSpPr>
          <p:cNvPr id="112" name="Google Shape;112;g2c279becd44_1_78"/>
          <p:cNvSpPr txBox="1"/>
          <p:nvPr/>
        </p:nvSpPr>
        <p:spPr>
          <a:xfrm>
            <a:off x="399300" y="839875"/>
            <a:ext cx="8345400" cy="3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oboto"/>
                <a:ea typeface="Roboto"/>
                <a:cs typeface="Roboto"/>
                <a:sym typeface="Roboto"/>
              </a:rPr>
              <a:t>Advanced Feature Extraction: </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EfficientNet's architecture is designed to </a:t>
            </a:r>
            <a:r>
              <a:rPr b="1" i="1" lang="en" u="sng">
                <a:solidFill>
                  <a:schemeClr val="dk2"/>
                </a:solidFill>
                <a:latin typeface="Roboto"/>
                <a:ea typeface="Roboto"/>
                <a:cs typeface="Roboto"/>
                <a:sym typeface="Roboto"/>
              </a:rPr>
              <a:t>capture fine details</a:t>
            </a:r>
            <a:r>
              <a:rPr lang="en">
                <a:solidFill>
                  <a:schemeClr val="dk2"/>
                </a:solidFill>
                <a:latin typeface="Roboto"/>
                <a:ea typeface="Roboto"/>
                <a:cs typeface="Roboto"/>
                <a:sym typeface="Roboto"/>
              </a:rPr>
              <a:t> in EEG signals and spectrogram images through an optimal </a:t>
            </a:r>
            <a:r>
              <a:rPr b="1" i="1" lang="en" u="sng">
                <a:solidFill>
                  <a:schemeClr val="dk2"/>
                </a:solidFill>
                <a:latin typeface="Roboto"/>
                <a:ea typeface="Roboto"/>
                <a:cs typeface="Roboto"/>
                <a:sym typeface="Roboto"/>
              </a:rPr>
              <a:t>balance of network depth and width</a:t>
            </a:r>
            <a:r>
              <a:rPr lang="en">
                <a:solidFill>
                  <a:schemeClr val="dk2"/>
                </a:solidFill>
                <a:latin typeface="Roboto"/>
                <a:ea typeface="Roboto"/>
                <a:cs typeface="Roboto"/>
                <a:sym typeface="Roboto"/>
              </a:rPr>
              <a:t>. This is crucial for accurately classifying brain activity patterns.</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rPr b="1" lang="en">
                <a:solidFill>
                  <a:schemeClr val="dk2"/>
                </a:solidFill>
                <a:latin typeface="Roboto"/>
                <a:ea typeface="Roboto"/>
                <a:cs typeface="Roboto"/>
                <a:sym typeface="Roboto"/>
              </a:rPr>
              <a:t>Compound Scaling Strategy: </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EfficientNet employs a </a:t>
            </a:r>
            <a:r>
              <a:rPr b="1" i="1" lang="en" u="sng">
                <a:solidFill>
                  <a:schemeClr val="dk2"/>
                </a:solidFill>
                <a:latin typeface="Roboto"/>
                <a:ea typeface="Roboto"/>
                <a:cs typeface="Roboto"/>
                <a:sym typeface="Roboto"/>
              </a:rPr>
              <a:t>compound scaling method</a:t>
            </a:r>
            <a:r>
              <a:rPr lang="en">
                <a:solidFill>
                  <a:schemeClr val="dk2"/>
                </a:solidFill>
                <a:latin typeface="Roboto"/>
                <a:ea typeface="Roboto"/>
                <a:cs typeface="Roboto"/>
                <a:sym typeface="Roboto"/>
              </a:rPr>
              <a:t> that simultaneously adjusts the network's depth, width, and resolution. This approach enhances model accuracy and adaptability to data complexity, improving performance on challenging EEG patterns.</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rPr b="1" lang="en">
                <a:solidFill>
                  <a:schemeClr val="dk2"/>
                </a:solidFill>
                <a:latin typeface="Roboto"/>
                <a:ea typeface="Roboto"/>
                <a:cs typeface="Roboto"/>
                <a:sym typeface="Roboto"/>
              </a:rPr>
              <a:t>Adaptive Adjustments:</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Targeted Fine-tuning: EfficientNet supports </a:t>
            </a:r>
            <a:r>
              <a:rPr b="1" i="1" lang="en" u="sng">
                <a:solidFill>
                  <a:schemeClr val="dk2"/>
                </a:solidFill>
                <a:latin typeface="Roboto"/>
                <a:ea typeface="Roboto"/>
                <a:cs typeface="Roboto"/>
                <a:sym typeface="Roboto"/>
              </a:rPr>
              <a:t>fine-tuning</a:t>
            </a:r>
            <a:r>
              <a:rPr lang="en">
                <a:solidFill>
                  <a:schemeClr val="dk2"/>
                </a:solidFill>
                <a:latin typeface="Roboto"/>
                <a:ea typeface="Roboto"/>
                <a:cs typeface="Roboto"/>
                <a:sym typeface="Roboto"/>
              </a:rPr>
              <a:t> of layers and optimization of learning rates and regularization strategies, ensuring precise classification of various brain activities.</a:t>
            </a:r>
            <a:endParaRPr>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c279becd44_3_6"/>
          <p:cNvSpPr txBox="1"/>
          <p:nvPr>
            <p:ph type="title"/>
          </p:nvPr>
        </p:nvSpPr>
        <p:spPr>
          <a:xfrm>
            <a:off x="0" y="0"/>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WaveNet - </a:t>
            </a:r>
            <a:r>
              <a:rPr lang="en" sz="2000"/>
              <a:t>Deep generative model</a:t>
            </a:r>
            <a:r>
              <a:rPr lang="en" sz="3200"/>
              <a:t>    </a:t>
            </a:r>
            <a:endParaRPr/>
          </a:p>
        </p:txBody>
      </p:sp>
      <p:sp>
        <p:nvSpPr>
          <p:cNvPr id="118" name="Google Shape;118;g2c279becd44_3_6"/>
          <p:cNvSpPr txBox="1"/>
          <p:nvPr/>
        </p:nvSpPr>
        <p:spPr>
          <a:xfrm>
            <a:off x="399300" y="839250"/>
            <a:ext cx="8345400" cy="3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WaveNet is a powerful model which has contributed to many Kaggle competition winning solutions.</a:t>
            </a:r>
            <a:r>
              <a:rPr lang="en">
                <a:solidFill>
                  <a:schemeClr val="dk2"/>
                </a:solidFill>
                <a:latin typeface="Roboto"/>
                <a:ea typeface="Roboto"/>
                <a:cs typeface="Roboto"/>
                <a:sym typeface="Roboto"/>
              </a:rPr>
              <a:t>WaveNet's suitability for EEG data in harmful brain activity classification tasks stems from its ability to effectively capture temporal dependencies and subtle patterns in sequential data. </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b="1">
              <a:solidFill>
                <a:schemeClr val="dk2"/>
              </a:solidFill>
              <a:latin typeface="Roboto"/>
              <a:ea typeface="Roboto"/>
              <a:cs typeface="Roboto"/>
              <a:sym typeface="Roboto"/>
            </a:endParaRPr>
          </a:p>
          <a:p>
            <a:pPr indent="0" lvl="0" marL="0" rtl="0" algn="l">
              <a:spcBef>
                <a:spcPts val="0"/>
              </a:spcBef>
              <a:spcAft>
                <a:spcPts val="0"/>
              </a:spcAft>
              <a:buNone/>
            </a:pPr>
            <a:r>
              <a:rPr b="1" lang="en">
                <a:solidFill>
                  <a:schemeClr val="dk2"/>
                </a:solidFill>
                <a:latin typeface="Roboto"/>
                <a:ea typeface="Roboto"/>
                <a:cs typeface="Roboto"/>
                <a:sym typeface="Roboto"/>
              </a:rPr>
              <a:t>Temporal Modeling: </a:t>
            </a:r>
            <a:r>
              <a:rPr lang="en">
                <a:solidFill>
                  <a:schemeClr val="dk2"/>
                </a:solidFill>
                <a:latin typeface="Roboto"/>
                <a:ea typeface="Roboto"/>
                <a:cs typeface="Roboto"/>
                <a:sym typeface="Roboto"/>
              </a:rPr>
              <a:t>WaveNet's stacked dilated causal convolutional layers effectively capture temporal dependencies in EEG data, crucial for modeling brain activity over time.</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rPr b="1" lang="en">
                <a:solidFill>
                  <a:schemeClr val="dk2"/>
                </a:solidFill>
                <a:latin typeface="Roboto"/>
                <a:ea typeface="Roboto"/>
                <a:cs typeface="Roboto"/>
                <a:sym typeface="Roboto"/>
              </a:rPr>
              <a:t>Fine-Grained Feature Extraction: </a:t>
            </a:r>
            <a:r>
              <a:rPr lang="en">
                <a:solidFill>
                  <a:schemeClr val="dk2"/>
                </a:solidFill>
                <a:latin typeface="Roboto"/>
                <a:ea typeface="Roboto"/>
                <a:cs typeface="Roboto"/>
                <a:sym typeface="Roboto"/>
              </a:rPr>
              <a:t>WaveNet's use of dilated convolutions allows it to capture both local and global dependencies in the input waveform. This is particularly useful for EEG data, where subtle changes in the signal over time may contain valuable information about harmful brain activity. By spreading out the convolutions with increasing dilation rates, WaveNet can effectively extract fine-grained features from the EEG signals, enabling more accurate classification.</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b="1">
              <a:solidFill>
                <a:schemeClr val="dk2"/>
              </a:solidFill>
              <a:latin typeface="Roboto"/>
              <a:ea typeface="Roboto"/>
              <a:cs typeface="Roboto"/>
              <a:sym typeface="Roboto"/>
            </a:endParaRPr>
          </a:p>
          <a:p>
            <a:pPr indent="0" lvl="0" marL="0" rtl="0" algn="l">
              <a:spcBef>
                <a:spcPts val="0"/>
              </a:spcBef>
              <a:spcAft>
                <a:spcPts val="0"/>
              </a:spcAft>
              <a:buNone/>
            </a:pPr>
            <a:r>
              <a:rPr b="1" lang="en">
                <a:solidFill>
                  <a:schemeClr val="dk2"/>
                </a:solidFill>
                <a:latin typeface="Roboto"/>
                <a:ea typeface="Roboto"/>
                <a:cs typeface="Roboto"/>
                <a:sym typeface="Roboto"/>
              </a:rPr>
              <a:t>Frequency Analysis:</a:t>
            </a:r>
            <a:r>
              <a:rPr lang="en">
                <a:solidFill>
                  <a:schemeClr val="dk2"/>
                </a:solidFill>
                <a:latin typeface="Roboto"/>
                <a:ea typeface="Roboto"/>
                <a:cs typeface="Roboto"/>
                <a:sym typeface="Roboto"/>
              </a:rPr>
              <a:t> EEG signals contain information about the frequency components of brain activity, which can be indicative of different brain states or conditions. WaveNet's ability to locate the presence of frequencies in waveforms makes it well-suited for analyzing EEG data. </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b="1">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c279becd44_4_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Evaluation</a:t>
            </a:r>
            <a:endParaRPr/>
          </a:p>
        </p:txBody>
      </p:sp>
      <p:sp>
        <p:nvSpPr>
          <p:cNvPr id="124" name="Google Shape;124;g2c279becd44_4_7"/>
          <p:cNvSpPr txBox="1"/>
          <p:nvPr>
            <p:ph idx="1" type="body"/>
          </p:nvPr>
        </p:nvSpPr>
        <p:spPr>
          <a:xfrm>
            <a:off x="311700" y="1505700"/>
            <a:ext cx="8520600" cy="3076200"/>
          </a:xfrm>
          <a:prstGeom prst="rect">
            <a:avLst/>
          </a:prstGeom>
        </p:spPr>
        <p:txBody>
          <a:bodyPr anchorCtr="0" anchor="t" bIns="91425" lIns="91425" spcFirstLastPara="1" rIns="91425" wrap="square" tIns="91425">
            <a:normAutofit/>
          </a:bodyPr>
          <a:lstStyle/>
          <a:p>
            <a:pPr indent="0" lvl="0" marL="0" marR="939800" rtl="0" algn="l">
              <a:lnSpc>
                <a:spcPct val="157142"/>
              </a:lnSpc>
              <a:spcBef>
                <a:spcPts val="600"/>
              </a:spcBef>
              <a:spcAft>
                <a:spcPts val="0"/>
              </a:spcAft>
              <a:buNone/>
            </a:pPr>
            <a:r>
              <a:rPr lang="en" sz="1050">
                <a:solidFill>
                  <a:srgbClr val="3C4043"/>
                </a:solidFill>
                <a:highlight>
                  <a:srgbClr val="FFFFFF"/>
                </a:highlight>
                <a:latin typeface="Arial"/>
                <a:ea typeface="Arial"/>
                <a:cs typeface="Arial"/>
                <a:sym typeface="Arial"/>
              </a:rPr>
              <a:t>Submissions are evaluated on the </a:t>
            </a:r>
            <a:r>
              <a:rPr lang="en" sz="1050">
                <a:solidFill>
                  <a:srgbClr val="202124"/>
                </a:solidFill>
                <a:highlight>
                  <a:srgbClr val="FFFFFF"/>
                </a:highlight>
                <a:uFill>
                  <a:noFill/>
                </a:uFill>
                <a:latin typeface="Arial"/>
                <a:ea typeface="Arial"/>
                <a:cs typeface="Arial"/>
                <a:sym typeface="Arial"/>
                <a:hlinkClick r:id="rId3">
                  <a:extLst>
                    <a:ext uri="{A12FA001-AC4F-418D-AE19-62706E023703}">
                      <ahyp:hlinkClr val="tx"/>
                    </a:ext>
                  </a:extLst>
                </a:hlinkClick>
              </a:rPr>
              <a:t>Kullback Liebler divergence</a:t>
            </a:r>
            <a:r>
              <a:rPr lang="en" sz="1050">
                <a:solidFill>
                  <a:srgbClr val="3C4043"/>
                </a:solidFill>
                <a:highlight>
                  <a:srgbClr val="FFFFFF"/>
                </a:highlight>
                <a:latin typeface="Arial"/>
                <a:ea typeface="Arial"/>
                <a:cs typeface="Arial"/>
                <a:sym typeface="Arial"/>
              </a:rPr>
              <a:t> between the predicted probability and the observed target.</a:t>
            </a:r>
            <a:endParaRPr sz="1050">
              <a:solidFill>
                <a:srgbClr val="3C4043"/>
              </a:solidFill>
              <a:highlight>
                <a:srgbClr val="FFFFFF"/>
              </a:highlight>
              <a:latin typeface="Arial"/>
              <a:ea typeface="Arial"/>
              <a:cs typeface="Arial"/>
              <a:sym typeface="Arial"/>
            </a:endParaRPr>
          </a:p>
          <a:p>
            <a:pPr indent="0" lvl="0" marL="0" rtl="0" algn="l">
              <a:spcBef>
                <a:spcPts val="30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t/>
            </a:r>
            <a:endParaRPr/>
          </a:p>
        </p:txBody>
      </p:sp>
      <p:sp>
        <p:nvSpPr>
          <p:cNvPr id="130" name="Google Shape;130;p6"/>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sp>
        <p:nvSpPr>
          <p:cNvPr id="131" name="Google Shape;131;p6"/>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32" name="Google Shape;132;p6"/>
          <p:cNvPicPr preferRelativeResize="0"/>
          <p:nvPr/>
        </p:nvPicPr>
        <p:blipFill rotWithShape="1">
          <a:blip r:embed="rId3">
            <a:alphaModFix/>
          </a:blip>
          <a:srcRect b="0" l="0" r="0" t="0"/>
          <a:stretch/>
        </p:blipFill>
        <p:spPr>
          <a:xfrm>
            <a:off x="0" y="1521700"/>
            <a:ext cx="4311602" cy="3044201"/>
          </a:xfrm>
          <a:prstGeom prst="rect">
            <a:avLst/>
          </a:prstGeom>
          <a:noFill/>
          <a:ln>
            <a:noFill/>
          </a:ln>
        </p:spPr>
      </p:pic>
      <p:pic>
        <p:nvPicPr>
          <p:cNvPr id="133" name="Google Shape;133;p6"/>
          <p:cNvPicPr preferRelativeResize="0"/>
          <p:nvPr/>
        </p:nvPicPr>
        <p:blipFill rotWithShape="1">
          <a:blip r:embed="rId4">
            <a:alphaModFix/>
          </a:blip>
          <a:srcRect b="0" l="0" r="0" t="0"/>
          <a:stretch/>
        </p:blipFill>
        <p:spPr>
          <a:xfrm>
            <a:off x="4360964" y="1505700"/>
            <a:ext cx="4783037" cy="36027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